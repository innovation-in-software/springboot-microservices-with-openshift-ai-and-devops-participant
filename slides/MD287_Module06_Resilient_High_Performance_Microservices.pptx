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arrows, more risk</a:t>
            </a:r>
          </a:p>
          <a:p/>
          <a:p>
            <a:r>
              <a:t>  Microservices add network boundaries and independent runtime parts.</a:t>
            </a:r>
          </a:p>
          <a:p/>
          <a:p>
            <a:r>
              <a:t>  Order may call Payment, which calls an external payment provider.</a:t>
            </a:r>
          </a:p>
          <a:p/>
          <a:p>
            <a:r>
              <a:t>  Order may also call Inventory, which uses its own database.</a:t>
            </a:r>
          </a:p>
          <a:p/>
          <a:p>
            <a:r>
              <a:t>  Every arrow adds a possible source of latency, timeouts, unavailability, resource exhaustion and partial failure.</a:t>
            </a:r>
          </a:p>
          <a:p/>
          <a:p>
            <a:r>
              <a:t>- The real objective</a:t>
            </a:r>
          </a:p>
          <a:p/>
          <a:p>
            <a:r>
              <a:t>  The goal is not to build a system that never fails.</a:t>
            </a:r>
          </a:p>
          <a:p/>
          <a:p>
            <a:r>
              <a:t>  The goal is a system where individual failures are expected, contained, observable and recoverable.</a:t>
            </a:r>
          </a:p>
          <a:p/>
          <a:p>
            <a:r>
              <a:t>- Link to Module 5</a:t>
            </a:r>
          </a:p>
          <a:p/>
          <a:p>
            <a:r>
              <a:t>  In Module 5, a Saga kept business data consistent after a failure.</a:t>
            </a:r>
          </a:p>
          <a:p/>
          <a:p>
            <a:r>
              <a:t>  Module 6 asks how the services themselves stay healthy and responsive while failures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failure in distributed systems and configure sensible timeouts.</a:t>
            </a:r>
          </a:p>
          <a:p/>
          <a:p>
            <a:r>
              <a:t>  They should apply safe retries, with exponential backoff and jitter.</a:t>
            </a:r>
          </a:p>
          <a:p/>
          <a:p>
            <a:r>
              <a:t>  They should use circuit breakers, bulkheads and graceful degradation.</a:t>
            </a:r>
          </a:p>
          <a:p/>
          <a:p>
            <a:r>
              <a:t>  They should use logs, metrics and traces, tell SLI, SLO and SLA apart, and test resilience continuously.</a:t>
            </a:r>
          </a:p>
          <a:p/>
          <a:p>
            <a:r>
              <a:t>- Four sections</a:t>
            </a:r>
          </a:p>
          <a:p/>
          <a:p>
            <a:r>
              <a:t>  One: failure handling with timeouts, retries, circuit breakers, bulkheads and fallbacks.</a:t>
            </a:r>
          </a:p>
          <a:p/>
          <a:p>
            <a:r>
              <a:t>  Two: observability with logs, metrics and traces.</a:t>
            </a:r>
          </a:p>
          <a:p/>
          <a:p>
            <a:r>
              <a:t>  Three: reliability targets, from SLI to SLO to SLA.</a:t>
            </a:r>
          </a:p>
          <a:p/>
          <a:p>
            <a:r>
              <a:t>  Four: validation, a loop of test, measure, fail, recover and improve.</a:t>
            </a:r>
          </a:p>
          <a:p/>
          <a:p>
            <a:r>
              <a:t>- The bigger picture</a:t>
            </a:r>
          </a:p>
          <a:p/>
          <a:p>
            <a:r>
              <a:t>  Learners should understand not just each pattern, but how they work together in a production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Timeout</a:t>
            </a:r>
          </a:p>
          <a:p/>
          <a:p>
            <a:r>
              <a:t>  The longest a call may wait before it gives up.</a:t>
            </a:r>
          </a:p>
          <a:p/>
          <a:p>
            <a:r>
              <a:t>- Retry with backoff</a:t>
            </a:r>
          </a:p>
          <a:p/>
          <a:p>
            <a:r>
              <a:t>  Trying a failed call again after growing, slightly randomized delays.</a:t>
            </a:r>
          </a:p>
          <a:p/>
          <a:p>
            <a:r>
              <a:t>- Circuit breaker</a:t>
            </a:r>
          </a:p>
          <a:p/>
          <a:p>
            <a:r>
              <a:t>  Stops calling a failing dependency for a while, so calls fail fast.</a:t>
            </a:r>
          </a:p>
          <a:p/>
          <a:p>
            <a:r>
              <a:t>- Bulkhead</a:t>
            </a:r>
          </a:p>
          <a:p/>
          <a:p>
            <a:r>
              <a:t>  Limits what one dependency can use, so it can't exhaust the whole service.</a:t>
            </a:r>
          </a:p>
          <a:p/>
          <a:p>
            <a:r>
              <a:t>- Fallback</a:t>
            </a:r>
          </a:p>
          <a:p/>
          <a:p>
            <a:r>
              <a:t>  A safe response when a dependency fails — never an invented success.</a:t>
            </a:r>
          </a:p>
          <a:p/>
          <a:p>
            <a:r>
              <a:t>- Correlation ID</a:t>
            </a:r>
          </a:p>
          <a:p/>
          <a:p>
            <a:r>
              <a:t>  One identifier carried through every service and log line for a single request.</a:t>
            </a:r>
          </a:p>
          <a:p/>
          <a:p>
            <a:r>
              <a:t>- Liveness and readiness</a:t>
            </a:r>
          </a:p>
          <a:p/>
          <a:p>
            <a:r>
              <a:t>  Liveness means restart me; readiness means don't send me traffic yet.</a:t>
            </a:r>
          </a:p>
          <a:p/>
          <a:p>
            <a:r>
              <a:t>- Service level objective</a:t>
            </a:r>
          </a:p>
          <a:p/>
          <a:p>
            <a:r>
              <a:t>  The reliability target a team commits to, such as 99.9% successful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CI is Continuous Integration; CI/CD is Continuous Integration / Continuous Delivery; CPU is Central Processing Unit; DB is Database; DNS is Domain Name System; GC is Garbage Collection; HTTP is HyperText Transfer Protocol; ID is Identifier; JSON is JavaScript Object Notation; JVM is Java Virtual Machine; MDC is Mapped Diagnostic Context; SLA is Service Level Agreement; SLI is Service Level Indicator; SLO is Service Level Objective; UUID is Universally Unique Identifier.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5</a:t>
            </a:r>
          </a:p>
          <a:p/>
          <a:p>
            <a:r>
              <a:t>  Every Saga step, event and cached read from Module 5 depends on network calls.</a:t>
            </a:r>
          </a:p>
          <a:p/>
          <a:p>
            <a:r>
              <a:t>  This module is about what happens when those calls are slow or fail.</a:t>
            </a:r>
          </a:p>
          <a:p/>
          <a:p>
            <a:r>
              <a:t>- The path</a:t>
            </a:r>
          </a:p>
          <a:p/>
          <a:p>
            <a:r>
              <a:t>  First we contain failures, then we make them observable, then we set reliability targets, and finally we test that it all works.</a:t>
            </a:r>
          </a:p>
          <a:p/>
          <a:p>
            <a:r>
              <a:t>- Two examples</a:t>
            </a:r>
          </a:p>
          <a:p/>
          <a:p>
            <a:r>
              <a:t>  The slides follow Order and Payment.</a:t>
            </a:r>
          </a:p>
          <a:p/>
          <a:p>
            <a:r>
              <a:t>  Exercise 3.1 and Lab 3 harden the banking Transaction Service's call to Account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Most microservice outages are not crashes; they are slow dependencies that exhaust their callers.</a:t>
            </a:r>
          </a:p>
          <a:p/>
          <a:p>
            <a:r>
              <a:t>- What this part covers</a:t>
            </a:r>
          </a:p>
          <a:p/>
          <a:p>
            <a:r>
              <a:t>  The failure problem, then each pattern — timeouts, retries, circuit breakers, bulkheads and fallbacks — and how they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call that looks simple</a:t>
            </a:r>
          </a:p>
          <a:p/>
          <a:p>
            <a:r>
              <a:t>  A local Java call like paymentService.processPayment() looks simple.</a:t>
            </a:r>
          </a:p>
          <a:p/>
          <a:p>
            <a:r>
              <a:t>  But if Payment is another microservice, a lot more happens.</a:t>
            </a:r>
          </a:p>
          <a:p/>
          <a:p>
            <a:r>
              <a:t>- What actually happens</a:t>
            </a:r>
          </a:p>
          <a:p/>
          <a:p>
            <a:r>
              <a:t>  The request is serialized, and the destination is resolved.</a:t>
            </a:r>
          </a:p>
          <a:p/>
          <a:p>
            <a:r>
              <a:t>  A connection is opened or reused, and the request crosses the network.</a:t>
            </a:r>
          </a:p>
          <a:p/>
          <a:p>
            <a:r>
              <a:t>  The remote service processes it and may call its own dependency.</a:t>
            </a:r>
          </a:p>
          <a:p/>
          <a:p>
            <a:r>
              <a:t>  Then the response travels back and is deserialized.</a:t>
            </a:r>
          </a:p>
          <a:p/>
          <a:p>
            <a:r>
              <a:t>  Failures can happen at almost every one of these steps.</a:t>
            </a:r>
          </a:p>
          <a:p/>
          <a:p>
            <a:r>
              <a:t>- Real examples</a:t>
            </a:r>
          </a:p>
          <a:p/>
          <a:p>
            <a:r>
              <a:t>  A Payment pod restarts, or a DNS lookup fails, or the network slows down.</a:t>
            </a:r>
          </a:p>
          <a:p/>
          <a:p>
            <a:r>
              <a:t>  A database connection pool runs out, or an external provider returns 503.</a:t>
            </a:r>
          </a:p>
          <a:p/>
          <a:p>
            <a:r>
              <a:t>  CPU saturates, a request queue grows, or a certificate or configuration problem blocks communication.</a:t>
            </a:r>
          </a:p>
          <a:p/>
          <a:p>
            <a:r>
              <a:t>- The starting assumption</a:t>
            </a:r>
          </a:p>
          <a:p/>
          <a:p>
            <a:r>
              <a:t>  Distributed system design begins by assuming remote calls are neither instant nor guaranteed to succeed.</a:t>
            </a:r>
          </a:p>
          <a:p/>
          <a:p>
            <a:r>
              <a:t>- What it shows</a:t>
            </a:r>
          </a:p>
          <a:p/>
          <a:p>
            <a:r>
              <a:t>  Client, API Gateway, Order Service, Payment Service and Database in a row, with warning markers for DNS, network, CPU, memory, a service crash and the database going down.</a:t>
            </a:r>
          </a:p>
          <a:p/>
          <a:p>
            <a:r>
              <a:t>- Key point</a:t>
            </a:r>
          </a:p>
          <a:p/>
          <a:p>
            <a:r>
              <a:t>  One request crosses many independent failure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Small problem, big impact</a:t>
            </a:r>
          </a:p>
          <a:p/>
          <a:p>
            <a:r>
              <a:t>  A small dependency problem can become a large system problem.</a:t>
            </a:r>
          </a:p>
          <a:p/>
          <a:p>
            <a:r>
              <a:t>- How it spreads</a:t>
            </a:r>
          </a:p>
          <a:p/>
          <a:p>
            <a:r>
              <a:t>  Suppose the external provider normally answers in 200 milliseconds, but suddenly takes 30 seconds.</a:t>
            </a:r>
          </a:p>
          <a:p/>
          <a:p>
            <a:r>
              <a:t>  The Payment Service waits, and its request-handling resources pile up.</a:t>
            </a:r>
          </a:p>
          <a:p/>
          <a:p>
            <a:r>
              <a:t>  The Order Service is waiting for Payment, so its resources pile up too.</a:t>
            </a:r>
          </a:p>
          <a:p/>
          <a:p>
            <a:r>
              <a:t>  The API gateway gathers more pending requests.</a:t>
            </a:r>
          </a:p>
          <a:p/>
          <a:p>
            <a:r>
              <a:t>- What users see</a:t>
            </a:r>
          </a:p>
          <a:p/>
          <a:p>
            <a:r>
              <a:t>  Eventually users get slow responses, timeouts and 503 errors.</a:t>
            </a:r>
          </a:p>
          <a:p/>
          <a:p>
            <a:r>
              <a:t>  This happens even though the Order Service was healthy at the start.</a:t>
            </a:r>
          </a:p>
          <a:p/>
          <a:p>
            <a:r>
              <a:t>  This is called a cascading failure.</a:t>
            </a:r>
          </a:p>
          <a:p/>
          <a:p>
            <a:r>
              <a:t>- Why patterns exist</a:t>
            </a:r>
          </a:p>
          <a:p/>
          <a:p>
            <a:r>
              <a:t>  Resilience patterns exist largely to break this chain.</a:t>
            </a:r>
          </a:p>
          <a:p/>
          <a:p>
            <a:r>
              <a:t>- What it shows</a:t>
            </a:r>
          </a:p>
          <a:p/>
          <a:p>
            <a:r>
              <a:t>  The external payment dependency slows down.</a:t>
            </a:r>
          </a:p>
          <a:p/>
          <a:p>
            <a:r>
              <a:t>  Calls pile up in Payment, threads wait in Order, requests queue at the gateway, and resources run out.</a:t>
            </a:r>
          </a:p>
          <a:p/>
          <a:p>
            <a:r>
              <a:t>- How to read it</a:t>
            </a:r>
          </a:p>
          <a:p/>
          <a:p>
            <a:r>
              <a:t>  Follow the red dashed arrows from right to left — that's the failure travelling back to the client.</a:t>
            </a:r>
          </a:p>
          <a:p/>
          <a:p>
            <a:r>
              <a:t>- Key point</a:t>
            </a:r>
          </a:p>
          <a:p/>
          <a:p>
            <a:r>
              <a:t>  The failure spreads to services that were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Assume failure</a:t>
            </a:r>
          </a:p>
          <a:p/>
          <a:p>
            <a:r>
              <a:t>  A resilient architecture assumes failure will happen and deliberately limits its impact.</a:t>
            </a:r>
          </a:p>
          <a:p/>
          <a:p>
            <a:r>
              <a:t>  Walk around the seven principles in the diagram.</a:t>
            </a:r>
          </a:p>
          <a:p/>
          <a:p>
            <a:r>
              <a:t>- Bound waiting, fail fast, retry carefully</a:t>
            </a:r>
          </a:p>
          <a:p/>
          <a:p>
            <a:r>
              <a:t>  Do not wait forever for a dependency.</a:t>
            </a:r>
          </a:p>
          <a:p/>
          <a:p>
            <a:r>
              <a:t>  If a dependency is known to be down, do not waste resources calling it again and again.</a:t>
            </a:r>
          </a:p>
          <a:p/>
          <a:p>
            <a:r>
              <a:t>  Some temporary failures go away, so retry with care.</a:t>
            </a:r>
          </a:p>
          <a:p/>
          <a:p>
            <a:r>
              <a:t>- Isolate, degrade, recover, observe</a:t>
            </a:r>
          </a:p>
          <a:p/>
          <a:p>
            <a:r>
              <a:t>  A failure in one dependency should not consume every resource.</a:t>
            </a:r>
          </a:p>
          <a:p/>
          <a:p>
            <a:r>
              <a:t>  Keep useful functionality where you can.</a:t>
            </a:r>
          </a:p>
          <a:p/>
          <a:p>
            <a:r>
              <a:t>  Return to normal when the dependency recovers.</a:t>
            </a:r>
          </a:p>
          <a:p/>
          <a:p>
            <a:r>
              <a:t>  And give operators the evidence to explain what happened.</a:t>
            </a:r>
          </a:p>
          <a:p/>
          <a:p>
            <a:r>
              <a:t>- The mindset</a:t>
            </a:r>
          </a:p>
          <a:p/>
          <a:p>
            <a:r>
              <a:t>  Prevent what you can, contain what you cannot prevent, recover from what occurs, and learn from what happened.</a:t>
            </a:r>
          </a:p>
          <a:p/>
          <a:p>
            <a:r>
              <a:t>- What it shows</a:t>
            </a:r>
          </a:p>
          <a:p/>
          <a:p>
            <a:r>
              <a:t>  Resilience in the centre with six practices around it: detect, bound, isolate, degrade, recover and observe.</a:t>
            </a:r>
          </a:p>
          <a:p/>
          <a:p>
            <a:r>
              <a:t>- Key point</a:t>
            </a:r>
          </a:p>
          <a:p/>
          <a:p>
            <a:r>
              <a:t>  Resilience is a set of deliberate practices, not one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upper bound on waiting</a:t>
            </a:r>
          </a:p>
          <a:p/>
          <a:p>
            <a:r>
              <a:t>  A timeout puts an upper limit on how long a caller waits.</a:t>
            </a:r>
          </a:p>
          <a:p/>
          <a:p>
            <a:r>
              <a:t>  Suppose Payment normally responds in 100 to 300 milliseconds.</a:t>
            </a:r>
          </a:p>
          <a:p/>
          <a:p>
            <a:r>
              <a:t>  If it takes 30 seconds, should the Order Service keep holding resources?</a:t>
            </a:r>
          </a:p>
          <a:p/>
          <a:p>
            <a:r>
              <a:t>  Usually, no.</a:t>
            </a:r>
          </a:p>
          <a:p/>
          <a:p>
            <a:r>
              <a:t>- Without timeouts</a:t>
            </a:r>
          </a:p>
          <a:p/>
          <a:p>
            <a:r>
              <a:t>  A slow dependency leads to waiting requests.</a:t>
            </a:r>
          </a:p>
          <a:p/>
          <a:p>
            <a:r>
              <a:t>  Resources pile up, and threads or connections run out.</a:t>
            </a:r>
          </a:p>
          <a:p/>
          <a:p>
            <a:r>
              <a:t>- With a timeout</a:t>
            </a:r>
          </a:p>
          <a:p/>
          <a:p>
            <a:r>
              <a:t>  The caller gets control back and can decide what to do.</a:t>
            </a:r>
          </a:p>
          <a:p/>
          <a:p>
            <a:r>
              <a:t>  It can return an error, retry, use a fallback, or start asynchronous recovery.</a:t>
            </a:r>
          </a:p>
          <a:p/>
          <a:p>
            <a:r>
              <a:t>- The key message</a:t>
            </a:r>
          </a:p>
          <a:p/>
          <a:p>
            <a:r>
              <a:t>  Timeouts turn unbounded waiting into controlled failure.</a:t>
            </a:r>
          </a:p>
          <a:p/>
          <a:p>
            <a:r>
              <a:t>- Unbounded side</a:t>
            </a:r>
          </a:p>
          <a:p/>
          <a:p>
            <a:r>
              <a:t>  Order Service waits forever on a failing Payment Service, and threads pile up.</a:t>
            </a:r>
          </a:p>
          <a:p/>
          <a:p>
            <a:r>
              <a:t>- Bounded side</a:t>
            </a:r>
          </a:p>
          <a:p/>
          <a:p>
            <a:r>
              <a:t>  With a 2-second timeout, Order stops waiting and takes a fail-fast or fallback path.</a:t>
            </a:r>
          </a:p>
          <a:p/>
          <a:p>
            <a:r>
              <a:t>- Key point</a:t>
            </a:r>
          </a:p>
          <a:p/>
          <a:p>
            <a:r>
              <a:t>  A timeout turns an endless wait into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a random number</a:t>
            </a:r>
          </a:p>
          <a:p/>
          <a:p>
            <a:r>
              <a:t>  A timeout should not be a number copied from another application.</a:t>
            </a:r>
          </a:p>
          <a:p/>
          <a:p>
            <a:r>
              <a:t>- Latency budgets</a:t>
            </a:r>
          </a:p>
          <a:p/>
          <a:p>
            <a:r>
              <a:t>  Suppose the overall checkout target is p95 under 2 seconds.</a:t>
            </a:r>
          </a:p>
          <a:p/>
          <a:p>
            <a:r>
              <a:t>  Order cannot give every downstream service a 5-second timeout.</a:t>
            </a:r>
          </a:p>
          <a:p/>
          <a:p>
            <a:r>
              <a:t>  Each timeout has to fit inside the end-to-end objective.</a:t>
            </a:r>
          </a:p>
          <a:p/>
          <a:p>
            <a:r>
              <a:t>- Two kinds of timeout</a:t>
            </a:r>
          </a:p>
          <a:p/>
          <a:p>
            <a:r>
              <a:t>  A connection timeout is how long we wait to establish a connection.</a:t>
            </a:r>
          </a:p>
          <a:p/>
          <a:p>
            <a:r>
              <a:t>  A request, read or response timeout is how long we wait for the operation itself.</a:t>
            </a:r>
          </a:p>
          <a:p/>
          <a:p>
            <a:r>
              <a:t>- What to consider</a:t>
            </a:r>
          </a:p>
          <a:p/>
          <a:p>
            <a:r>
              <a:t>  Consider the normal latency distribution, expected load and network overhead.</a:t>
            </a:r>
          </a:p>
          <a:p/>
          <a:p>
            <a:r>
              <a:t>  Also consider the business requirement and how the downstream service behaves.</a:t>
            </a:r>
          </a:p>
          <a:p/>
          <a:p>
            <a:r>
              <a:t>- Too long or too short</a:t>
            </a:r>
          </a:p>
          <a:p/>
          <a:p>
            <a:r>
              <a:t>  Too long, and failures are detected slowly while resources stay occupied.</a:t>
            </a:r>
          </a:p>
          <a:p/>
          <a:p>
            <a:r>
              <a:t>  Too short, and healthy but slower requests get cut off by mistake.</a:t>
            </a:r>
          </a:p>
          <a:p/>
          <a:p>
            <a:r>
              <a:t>- What it shows</a:t>
            </a:r>
          </a:p>
          <a:p/>
          <a:p>
            <a:r>
              <a:t>  The request path through the gateway, Order, Payment and Inventory, with the 800 ms budget divided between them.</a:t>
            </a:r>
          </a:p>
          <a:p/>
          <a:p>
            <a:r>
              <a:t>- Key point</a:t>
            </a:r>
          </a:p>
          <a:p/>
          <a:p>
            <a:r>
              <a:t>  Each hop's timeout must fit inside the user's overall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Client timeouts</a:t>
            </a:r>
          </a:p>
          <a:p/>
          <a:p>
            <a:r>
              <a:t>  Spring Boot 3.4 can configure connect and read timeouts for the auto-configured RestClient builder.</a:t>
            </a:r>
          </a:p>
          <a:p/>
          <a:p>
            <a:r>
              <a:t>  Lab 3 uses 2 seconds to connect and 3 seconds to read.</a:t>
            </a:r>
          </a:p>
          <a:p/>
          <a:p>
            <a:r>
              <a:t>- TimeLimiter</a:t>
            </a:r>
          </a:p>
          <a:p/>
          <a:p>
            <a:r>
              <a:t>  Resilience4j's TimeLimiter bounds an asynchronous operation.</a:t>
            </a:r>
          </a:p>
          <a:p/>
          <a:p>
            <a:r>
              <a:t>  It needs a CompletableFuture and throws TimeoutException when the limit passes.</a:t>
            </a:r>
          </a:p>
          <a:p/>
          <a:p>
            <a:r>
              <a:t>- The fallback</a:t>
            </a:r>
          </a:p>
          <a:p/>
          <a:p>
            <a:r>
              <a:t>  If the fraud check takes longer than 800 ms, the payment goes to manual review.</a:t>
            </a:r>
          </a:p>
          <a:p/>
          <a:p>
            <a:r>
              <a:t>  It is never approved automatically.</a:t>
            </a:r>
          </a:p>
          <a:p/>
          <a:p>
            <a:r>
              <a:t>- Both layers</a:t>
            </a:r>
          </a:p>
          <a:p/>
          <a:p>
            <a:r>
              <a:t>  A time limit doesn't close the socket, so keep the client timeouts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retry is</a:t>
            </a:r>
          </a:p>
          <a:p/>
          <a:p>
            <a:r>
              <a:t>  A retry means the first attempt failed, so we try again.</a:t>
            </a:r>
          </a:p>
          <a:p/>
          <a:p>
            <a:r>
              <a:t>  It helps when the failure may be temporary, for example attempt one gets a 503 and attempt two succeeds.</a:t>
            </a:r>
          </a:p>
          <a:p/>
          <a:p>
            <a:r>
              <a:t>- When retry won't help</a:t>
            </a:r>
          </a:p>
          <a:p/>
          <a:p>
            <a:r>
              <a:t>  Retrying invalid input just returns 400 again and again.</a:t>
            </a:r>
          </a:p>
          <a:p/>
          <a:p>
            <a:r>
              <a:t>  It does not make the request valid.</a:t>
            </a:r>
          </a:p>
          <a:p/>
          <a:p>
            <a:r>
              <a:t>  The same goes for unauthorized requests and business-rule rejections.</a:t>
            </a:r>
          </a:p>
          <a:p/>
          <a:p>
            <a:r>
              <a:t>- Retries add traffic</a:t>
            </a:r>
          </a:p>
          <a:p/>
          <a:p>
            <a:r>
              <a:t>  Imagine 10,000 clients calling a struggling service.</a:t>
            </a:r>
          </a:p>
          <a:p/>
          <a:p>
            <a:r>
              <a:t>  If every failed request retries immediately three times, that could mean tens of thousands of extra attempts.</a:t>
            </a:r>
          </a:p>
          <a:p/>
          <a:p>
            <a:r>
              <a:t>  Retries can make an outage worse.</a:t>
            </a:r>
          </a:p>
          <a:p/>
          <a:p>
            <a:r>
              <a:t>- The rule</a:t>
            </a:r>
          </a:p>
          <a:p/>
          <a:p>
            <a:r>
              <a:t>  Retry selectively, not automatically.</a:t>
            </a:r>
          </a:p>
          <a:p/>
          <a:p>
            <a:r>
              <a:t>- What it shows</a:t>
            </a:r>
          </a:p>
          <a:p/>
          <a:p>
            <a:r>
              <a:t>  A failure between Order and Payment reaches one question: transient or permanent?</a:t>
            </a:r>
          </a:p>
          <a:p/>
          <a:p>
            <a:r>
              <a:t>- Key point</a:t>
            </a:r>
          </a:p>
          <a:p/>
          <a:p>
            <a:r>
              <a:t>  Transient failures may be retried; 4xx and business errors fail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Retry storms</a:t>
            </a:r>
          </a:p>
          <a:p/>
          <a:p>
            <a:r>
              <a:t>  If hundreds of clients fail at the same moment and all retry exactly one second later, they create a traffic spike.</a:t>
            </a:r>
          </a:p>
          <a:p/>
          <a:p>
            <a:r>
              <a:t>  This is called a retry storm, or a synchronized retry wave.</a:t>
            </a:r>
          </a:p>
          <a:p/>
          <a:p>
            <a:r>
              <a:t>- Exponential backoff</a:t>
            </a:r>
          </a:p>
          <a:p/>
          <a:p>
            <a:r>
              <a:t>  Exponential backoff increases the wait between attempts.</a:t>
            </a:r>
          </a:p>
          <a:p/>
          <a:p>
            <a:r>
              <a:t>  Conceptually: 100, 200, 400, then 800 milliseconds.</a:t>
            </a:r>
          </a:p>
          <a:p/>
          <a:p>
            <a:r>
              <a:t>  Do not present these exact values as universal recommendations.</a:t>
            </a:r>
          </a:p>
          <a:p/>
          <a:p>
            <a:r>
              <a:t>- Jitter</a:t>
            </a:r>
          </a:p>
          <a:p/>
          <a:p>
            <a:r>
              <a:t>  Jitter adds some randomness to each delay.</a:t>
            </a:r>
          </a:p>
          <a:p/>
          <a:p>
            <a:r>
              <a:t>  Instead of every client retrying at exactly 400 milliseconds, they retry at slightly different times.</a:t>
            </a:r>
          </a:p>
          <a:p/>
          <a:p>
            <a:r>
              <a:t>  This spreads the traffic out and breaks the synchronization.</a:t>
            </a:r>
          </a:p>
          <a:p/>
          <a:p>
            <a:r>
              <a:t>- What it shows</a:t>
            </a:r>
          </a:p>
          <a:p/>
          <a:p>
            <a:r>
              <a:t>  After the first failure, retries wait 1, 2, 4 and 8 seconds, each with a small random jitter.</a:t>
            </a:r>
          </a:p>
          <a:p/>
          <a:p>
            <a:r>
              <a:t>- Key point</a:t>
            </a:r>
          </a:p>
          <a:p/>
          <a:p>
            <a:r>
              <a:t>  Growing gaps give the dependency time; randomness prevents synchronized retry storms.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configuration</a:t>
            </a:r>
          </a:p>
          <a:p/>
          <a:p>
            <a:r>
              <a:t>  Three attempts in total, starting at 500 ms and doubling, with up to 50% random variation so clients don't retry together.</a:t>
            </a:r>
          </a:p>
          <a:p/>
          <a:p>
            <a:r>
              <a:t>- Which errors</a:t>
            </a:r>
          </a:p>
          <a:p/>
          <a:p>
            <a:r>
              <a:t>  ResourceAccessException covers timeouts and connection problems, so it retries.</a:t>
            </a:r>
          </a:p>
          <a:p/>
          <a:p>
            <a:r>
              <a:t>  Client errors such as 400 are ignored because a retry won't fix them.</a:t>
            </a:r>
          </a:p>
          <a:p/>
          <a:p>
            <a:r>
              <a:t>- The fallback</a:t>
            </a:r>
          </a:p>
          <a:p/>
          <a:p>
            <a:r>
              <a:t>  If every attempt fails, the last known exchange rate from the cache is used — acceptable for a quote, but the business must agree.</a:t>
            </a:r>
          </a:p>
          <a:p/>
          <a:p>
            <a:r>
              <a:t>- Money movement</a:t>
            </a:r>
          </a:p>
          <a:p/>
          <a:p>
            <a:r>
              <a:t>  Never put a retry like this on a transfer or payment without an idempotency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Think about the business effect</a:t>
            </a:r>
          </a:p>
          <a:p/>
          <a:p>
            <a:r>
              <a:t>  Retries must consider the business effect, not just the HTTP call.</a:t>
            </a:r>
          </a:p>
          <a:p/>
          <a:p>
            <a:r>
              <a:t>  Retrying GET /orders/1001 is generally safe, because it only reads.</a:t>
            </a:r>
          </a:p>
          <a:p/>
          <a:p>
            <a:r>
              <a:t>- The risky case</a:t>
            </a:r>
          </a:p>
          <a:p/>
          <a:p>
            <a:r>
              <a:t>  Suppose POST /payments charges a customer 500 dollars.</a:t>
            </a:r>
          </a:p>
          <a:p/>
          <a:p>
            <a:r>
              <a:t>  The provider charges the card successfully, but the network fails before our service gets the response.</a:t>
            </a:r>
          </a:p>
          <a:p/>
          <a:p>
            <a:r>
              <a:t>  We see a timeout.</a:t>
            </a:r>
          </a:p>
          <a:p/>
          <a:p>
            <a:r>
              <a:t>  Did the payment happen?</a:t>
            </a:r>
          </a:p>
          <a:p/>
          <a:p>
            <a:r>
              <a:t>  We do not know.</a:t>
            </a:r>
          </a:p>
          <a:p/>
          <a:p>
            <a:r>
              <a:t>  Retrying blindly could charge the customer twice.</a:t>
            </a:r>
          </a:p>
          <a:p/>
          <a:p>
            <a:r>
              <a:t>- Idempotency keys</a:t>
            </a:r>
          </a:p>
          <a:p/>
          <a:p>
            <a:r>
              <a:t>  A safer design sends an idempotency key, such as PAY-ORDER-1001.</a:t>
            </a:r>
          </a:p>
          <a:p/>
          <a:p>
            <a:r>
              <a:t>  The receiver remembers that logical operation.</a:t>
            </a:r>
          </a:p>
          <a:p/>
          <a:p>
            <a:r>
              <a:t>  A repeated request with the same key is recognized as the same business action and not processed again.</a:t>
            </a:r>
          </a:p>
          <a:p/>
          <a:p>
            <a:r>
              <a:t>- Link to Module 4</a:t>
            </a:r>
          </a:p>
          <a:p/>
          <a:p>
            <a:r>
              <a:t>  This connects directly to the idempotent consumers from Module 4.</a:t>
            </a:r>
          </a:p>
          <a:p/>
          <a:p>
            <a:r>
              <a:t>- What it shows</a:t>
            </a:r>
          </a:p>
          <a:p/>
          <a:p>
            <a:r>
              <a:t>  An original request and a duplicate retry carry the same Idempotency-Key.</a:t>
            </a:r>
          </a:p>
          <a:p/>
          <a:p>
            <a:r>
              <a:t>  Order Service checks whether it was already processed.</a:t>
            </a:r>
          </a:p>
          <a:p/>
          <a:p>
            <a:r>
              <a:t>- How to read it</a:t>
            </a:r>
          </a:p>
          <a:p/>
          <a:p>
            <a:r>
              <a:t>  Yes reuses the stored result.</a:t>
            </a:r>
          </a:p>
          <a:p/>
          <a:p>
            <a:r>
              <a:t>  No executes the operation, stores the result and returns it.</a:t>
            </a:r>
          </a:p>
          <a:p/>
          <a:p>
            <a:r>
              <a:t>- Key point</a:t>
            </a:r>
          </a:p>
          <a:p/>
          <a:p>
            <a:r>
              <a:t>  Both paths return the same response, so the retry is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Reads</a:t>
            </a:r>
          </a:p>
          <a:p/>
          <a:p>
            <a:r>
              <a:t>  The exchange rate and balance lookups are safe reads with transient errors, so they retry with backoff.</a:t>
            </a:r>
          </a:p>
          <a:p/>
          <a:p>
            <a:r>
              <a:t>- The unkeyed transfer</a:t>
            </a:r>
          </a:p>
          <a:p/>
          <a:p>
            <a:r>
              <a:t>  A timeout doesn't say whether the transfer happened.</a:t>
            </a:r>
          </a:p>
          <a:p/>
          <a:p>
            <a:r>
              <a:t>  Retrying could move money twice, so check its status instead.</a:t>
            </a:r>
          </a:p>
          <a:p/>
          <a:p>
            <a:r>
              <a:t>- The keyed transfer</a:t>
            </a:r>
          </a:p>
          <a:p/>
          <a:p>
            <a:r>
              <a:t>  With the same idempotency key, the server returns the original result if it already ran.</a:t>
            </a:r>
          </a:p>
          <a:p/>
          <a:p>
            <a:r>
              <a:t>- 400 and 429</a:t>
            </a:r>
          </a:p>
          <a:p/>
          <a:p>
            <a:r>
              <a:t>  A validation error needs a different request.</a:t>
            </a:r>
          </a:p>
          <a:p/>
          <a:p>
            <a:r>
              <a:t>  A 429 tells you when to try again, so respect Retry-After.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it protects</a:t>
            </a:r>
          </a:p>
          <a:p/>
          <a:p>
            <a:r>
              <a:t>  A circuit breaker protects the caller from repeatedly calling a dependency that is already failing.</a:t>
            </a:r>
          </a:p>
          <a:p/>
          <a:p>
            <a:r>
              <a:t>- Closed</a:t>
            </a:r>
          </a:p>
          <a:p/>
          <a:p>
            <a:r>
              <a:t>  Closed is the normal state.</a:t>
            </a:r>
          </a:p>
          <a:p/>
          <a:p>
            <a:r>
              <a:t>  Requests flow to the dependency, and failures are counted.</a:t>
            </a:r>
          </a:p>
          <a:p/>
          <a:p>
            <a:r>
              <a:t>- Open</a:t>
            </a:r>
          </a:p>
          <a:p/>
          <a:p>
            <a:r>
              <a:t>  When the failure criteria are reached, the breaker opens.</a:t>
            </a:r>
          </a:p>
          <a:p/>
          <a:p>
            <a:r>
              <a:t>  Instead of making another expensive call, requests fail fast.</a:t>
            </a:r>
          </a:p>
          <a:p/>
          <a:p>
            <a:r>
              <a:t>- Half-open</a:t>
            </a:r>
          </a:p>
          <a:p/>
          <a:p>
            <a:r>
              <a:t>  After a wait interval, limited trial traffic is allowed through.</a:t>
            </a:r>
          </a:p>
          <a:p/>
          <a:p>
            <a:r>
              <a:t>  If the dependency has recovered, the breaker closes.</a:t>
            </a:r>
          </a:p>
          <a:p/>
          <a:p>
            <a:r>
              <a:t>  If it is still failing, it opens again.</a:t>
            </a:r>
          </a:p>
          <a:p/>
          <a:p>
            <a:r>
              <a:t>- The analogy</a:t>
            </a:r>
          </a:p>
          <a:p/>
          <a:p>
            <a:r>
              <a:t>  Like an electrical circuit breaker, it stops continued failure from damaging the wider system.</a:t>
            </a:r>
          </a:p>
          <a:p/>
          <a:p>
            <a:r>
              <a:t>- What it shows</a:t>
            </a:r>
          </a:p>
          <a:p/>
          <a:p>
            <a:r>
              <a:t>  Closed moves to open when failures exceed a threshold.</a:t>
            </a:r>
          </a:p>
          <a:p/>
          <a:p>
            <a:r>
              <a:t>  After the wait, open moves to half-open.</a:t>
            </a:r>
          </a:p>
          <a:p/>
          <a:p>
            <a:r>
              <a:t>  A trial success closes it; a trial failure reopens it.</a:t>
            </a:r>
          </a:p>
          <a:p/>
          <a:p>
            <a:r>
              <a:t>- Key point</a:t>
            </a:r>
          </a:p>
          <a:p/>
          <a:p>
            <a:r>
              <a:t>  The breaker stops calls while a dependency is failing, then tests recovery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Normal operation</a:t>
            </a:r>
          </a:p>
          <a:p/>
          <a:p>
            <a:r>
              <a:t>  Apply the pattern to our Order Service.</a:t>
            </a:r>
          </a:p>
          <a:p/>
          <a:p>
            <a:r>
              <a:t>  Normally, Order calls Payment through a closed circuit breaker, and calls are allowed.</a:t>
            </a:r>
          </a:p>
          <a:p/>
          <a:p>
            <a:r>
              <a:t>- When Payment fails</a:t>
            </a:r>
          </a:p>
          <a:p/>
          <a:p>
            <a:r>
              <a:t>  Payment starts failing repeatedly.</a:t>
            </a:r>
          </a:p>
          <a:p/>
          <a:p>
            <a:r>
              <a:t>  The breaker detects this according to its configured criteria and opens.</a:t>
            </a:r>
          </a:p>
          <a:p/>
          <a:p>
            <a:r>
              <a:t>  Later requests do not wait for Payment to fail.</a:t>
            </a:r>
          </a:p>
          <a:p/>
          <a:p>
            <a:r>
              <a:t>  They get a controlled response quickly.</a:t>
            </a:r>
          </a:p>
          <a:p/>
          <a:p>
            <a:r>
              <a:t>- Business behavior</a:t>
            </a:r>
          </a:p>
          <a:p/>
          <a:p>
            <a:r>
              <a:t>  For example, the order can be marked PAYMENT_PENDING instead of bringing down the whole order system.</a:t>
            </a:r>
          </a:p>
          <a:p/>
          <a:p>
            <a:r>
              <a:t>- An important point</a:t>
            </a:r>
          </a:p>
          <a:p/>
          <a:p>
            <a:r>
              <a:t>  A circuit breaker does not repair the Payment Service.</a:t>
            </a:r>
          </a:p>
          <a:p/>
          <a:p>
            <a:r>
              <a:t>  It protects the caller while Payment is unhealthy.</a:t>
            </a:r>
          </a:p>
          <a:p/>
          <a:p>
            <a:r>
              <a:t>- What it shows</a:t>
            </a:r>
          </a:p>
          <a:p/>
          <a:p>
            <a:r>
              <a:t>  Order Service sends a payment request through a circuit breaker.</a:t>
            </a:r>
          </a:p>
          <a:p/>
          <a:p>
            <a:r>
              <a:t>  When closed, the call goes to Payment Service; when open, it returns a fallback response.</a:t>
            </a:r>
          </a:p>
          <a:p/>
          <a:p>
            <a:r>
              <a:t>- Key point</a:t>
            </a:r>
          </a:p>
          <a:p/>
          <a:p>
            <a:r>
              <a:t>  An open breaker answers immediately instead of waiting on a failing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ship analogy</a:t>
            </a:r>
          </a:p>
          <a:p/>
          <a:p>
            <a:r>
              <a:t>  The name comes from ships.</a:t>
            </a:r>
          </a:p>
          <a:p/>
          <a:p>
            <a:r>
              <a:t>  A ship is split into compartments, so flooding in one section does not necessarily sink the whole vessel.</a:t>
            </a:r>
          </a:p>
          <a:p/>
          <a:p>
            <a:r>
              <a:t>- Without isolation</a:t>
            </a:r>
          </a:p>
          <a:p/>
          <a:p>
            <a:r>
              <a:t>  Suppose the Payment Service becomes extremely slow.</a:t>
            </a:r>
          </a:p>
          <a:p/>
          <a:p>
            <a:r>
              <a:t>  If Payment, Inventory and Shipping calls all share one limited resource pool, Payment requests can use it all up.</a:t>
            </a:r>
          </a:p>
          <a:p/>
          <a:p>
            <a:r>
              <a:t>  Then Inventory and Shipping are affected too.</a:t>
            </a:r>
          </a:p>
          <a:p/>
          <a:p>
            <a:r>
              <a:t>- With bulkheads</a:t>
            </a:r>
          </a:p>
          <a:p/>
          <a:p>
            <a:r>
              <a:t>  Bulkheads give each dependency its own resources: Payment uses pool A, Inventory pool B, Shipping pool C. You can isolate thread pools, connection pools, concurrency limits, queues and worker pools.</a:t>
            </a:r>
          </a:p>
          <a:p/>
          <a:p>
            <a:r>
              <a:t>- The goal</a:t>
            </a:r>
          </a:p>
          <a:p/>
          <a:p>
            <a:r>
              <a:t>  A failure in one dependency should only use up its own allocated capacity, not the whole service.</a:t>
            </a:r>
          </a:p>
          <a:p/>
          <a:p>
            <a:r>
              <a:t>- Shared pool</a:t>
            </a:r>
          </a:p>
          <a:p/>
          <a:p>
            <a:r>
              <a:t>  Payment fails and exhausts the shared thread and connection pool, so Inventory and Shipping fail too.</a:t>
            </a:r>
          </a:p>
          <a:p/>
          <a:p>
            <a:r>
              <a:t>- Separate pools</a:t>
            </a:r>
          </a:p>
          <a:p/>
          <a:p>
            <a:r>
              <a:t>  Payment only exhausts its own pool, and Inventory and Shipping calls continue.</a:t>
            </a:r>
          </a:p>
          <a:p/>
          <a:p>
            <a:r>
              <a:t>- Key point</a:t>
            </a:r>
          </a:p>
          <a:p/>
          <a:p>
            <a:r>
              <a:t>  Isolate resources so one failing dependency can't starve the others.</a:t>
            </a:r>
          </a:p>
          <a:p/>
          <a:p>
            <a:r>
              <a:t>- Rate limiting</a:t>
            </a:r>
          </a:p>
          <a:p/>
          <a:p>
            <a:r>
              <a:t>  Rate limiting caps how many requests are accepted per period, often at the gateway.</a:t>
            </a:r>
          </a:p>
          <a:p/>
          <a:p>
            <a:r>
              <a:t>  Excess requests get 429 Too Many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breaker</a:t>
            </a:r>
          </a:p>
          <a:p/>
          <a:p>
            <a:r>
              <a:t>  After at least four calls, if half of them fail, the breaker opens for ten seconds.</a:t>
            </a:r>
          </a:p>
          <a:p/>
          <a:p>
            <a:r>
              <a:t>  Two trial calls then decide whether it closes.</a:t>
            </a:r>
          </a:p>
          <a:p/>
          <a:p>
            <a:r>
              <a:t>- Ignored exceptions</a:t>
            </a:r>
          </a:p>
          <a:p/>
          <a:p>
            <a:r>
              <a:t>  A 409 conflict is a business answer, not a dependency failure, so it must not count towards opening the breaker.</a:t>
            </a:r>
          </a:p>
          <a:p/>
          <a:p>
            <a:r>
              <a:t>- Fallbacks</a:t>
            </a:r>
          </a:p>
          <a:p/>
          <a:p>
            <a:r>
              <a:t>  Resilience4j picks the fallback that matches the exception.</a:t>
            </a:r>
          </a:p>
          <a:p/>
          <a:p>
            <a:r>
              <a:t>  An open breaker or a timeout becomes a 503; other errors propagate normally.</a:t>
            </a:r>
          </a:p>
          <a:p/>
          <a:p>
            <a:r>
              <a:t>- Bulkhead</a:t>
            </a:r>
          </a:p>
          <a:p/>
          <a:p>
            <a:r>
              <a:t>  The bulkhead annotation caps concurrent calls.</a:t>
            </a:r>
          </a:p>
          <a:p/>
          <a:p>
            <a:r>
              <a:t>  Exercise 3.1 keeps bulkheads and rate limiting conceptual — no extra libraries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 for Module 6.</a:t>
            </a:r>
          </a:p>
          <a:p/>
          <a:p>
            <a:r>
              <a:t>  Use the worksheet in labs/day-03/exercises.</a:t>
            </a:r>
          </a:p>
          <a:p/>
          <a:p>
            <a:r>
              <a:t>- Timeouts</a:t>
            </a:r>
          </a:p>
          <a:p/>
          <a:p>
            <a:r>
              <a:t>  Learners find the connect and read timeouts on the RestClient that calls Account Service.</a:t>
            </a:r>
          </a:p>
          <a:p/>
          <a:p>
            <a:r>
              <a:t>- Breaker and fallback</a:t>
            </a:r>
          </a:p>
          <a:p/>
          <a:p>
            <a:r>
              <a:t>  The breaker opens on repeated failures, not on 409 business conflicts.</a:t>
            </a:r>
          </a:p>
          <a:p/>
          <a:p>
            <a:r>
              <a:t>  When it's open, the API returns 503 and publishes no TransactionSubmitted event.</a:t>
            </a:r>
          </a:p>
          <a:p/>
          <a:p>
            <a:r>
              <a:t>- The rule</a:t>
            </a:r>
          </a:p>
          <a:p/>
          <a:p>
            <a:r>
              <a:t>  Never pretend an account is ACTIVE or a transaction succeeded when the dependency is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Patterns work together</a:t>
            </a:r>
          </a:p>
          <a:p/>
          <a:p>
            <a:r>
              <a:t>  Real production systems rarely use just one resilience pattern.</a:t>
            </a:r>
          </a:p>
          <a:p/>
          <a:p>
            <a:r>
              <a:t>  Suppose Order calls Payment.</a:t>
            </a:r>
          </a:p>
          <a:p/>
          <a:p>
            <a:r>
              <a:t>- Each pattern's job</a:t>
            </a:r>
          </a:p>
          <a:p/>
          <a:p>
            <a:r>
              <a:t>  The timeout means Payment does not get unlimited time.</a:t>
            </a:r>
          </a:p>
          <a:p/>
          <a:p>
            <a:r>
              <a:t>  A retry may be justified for a temporary network failure.</a:t>
            </a:r>
          </a:p>
          <a:p/>
          <a:p>
            <a:r>
              <a:t>  The circuit breaker makes repeated failures fail fast.</a:t>
            </a:r>
          </a:p>
          <a:p/>
          <a:p>
            <a:r>
              <a:t>  The bulkhead stops Payment traffic from consuming all of Order's resources.</a:t>
            </a:r>
          </a:p>
          <a:p/>
          <a:p>
            <a:r>
              <a:t>  The fallback decides what useful behavior remains.</a:t>
            </a:r>
          </a:p>
          <a:p/>
          <a:p>
            <a:r>
              <a:t>- Composition matters</a:t>
            </a:r>
          </a:p>
          <a:p/>
          <a:p>
            <a:r>
              <a:t>  Retries, timeouts and breakers can interact in unexpected ways.</a:t>
            </a:r>
          </a:p>
          <a:p/>
          <a:p>
            <a:r>
              <a:t>  For example, three retries, each with a 2-second timeout, could use far more of the caller's latency budget than intended.</a:t>
            </a:r>
          </a:p>
          <a:p/>
          <a:p>
            <a:r>
              <a:t>- Design it as one policy</a:t>
            </a:r>
          </a:p>
          <a:p/>
          <a:p>
            <a:r>
              <a:t>  The exact order depends on the client library and the operation.</a:t>
            </a:r>
          </a:p>
          <a:p/>
          <a:p>
            <a:r>
              <a:t>  Design the whole resilience policy together.</a:t>
            </a:r>
          </a:p>
          <a:p/>
          <a:p>
            <a:r>
              <a:t>- What it shows</a:t>
            </a:r>
          </a:p>
          <a:p/>
          <a:p>
            <a:r>
              <a:t>  A payment request passes through a bulkhead, a circuit breaker, retry and a timeout before reaching Payment Service.</a:t>
            </a:r>
          </a:p>
          <a:p/>
          <a:p>
            <a:r>
              <a:t>  Failure goes to a fallback.</a:t>
            </a:r>
          </a:p>
          <a:p/>
          <a:p>
            <a:r>
              <a:t>- Key point</a:t>
            </a:r>
          </a:p>
          <a:p/>
          <a:p>
            <a:r>
              <a:t>  The patterns are layers of one policy and must be tuned together.</a:t>
            </a:r>
          </a:p>
          <a:p/>
          <a:p>
            <a:r>
              <a:t>- Default order</a:t>
            </a:r>
          </a:p>
          <a:p/>
          <a:p>
            <a:r>
              <a:t>  With the Resilience4j Spring Boot annotations, Retry wraps the circuit breaker, which wraps the rate limiter, time limiter and bulkhead.</a:t>
            </a:r>
          </a:p>
          <a:p/>
          <a:p>
            <a:r>
              <a:t>  The aspect order can be changed in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fallback really is</a:t>
            </a:r>
          </a:p>
          <a:p/>
          <a:p>
            <a:r>
              <a:t>  A fallback is not fake data, and it is not returning success anyway.</a:t>
            </a:r>
          </a:p>
          <a:p/>
          <a:p>
            <a:r>
              <a:t>  It means defining useful behavior when a dependency is unavailable.</a:t>
            </a:r>
          </a:p>
          <a:p/>
          <a:p>
            <a:r>
              <a:t>- Non-critical features</a:t>
            </a:r>
          </a:p>
          <a:p/>
          <a:p>
            <a:r>
              <a:t>  If recommendations fail, checkout should probably still work, so we hide recommendations.</a:t>
            </a:r>
          </a:p>
          <a:p/>
          <a:p>
            <a:r>
              <a:t>  If the live catalog lookup fails, we may use acceptable cached data.</a:t>
            </a:r>
          </a:p>
          <a:p/>
          <a:p>
            <a:r>
              <a:t>  If notifications fail, we can queue them for later.</a:t>
            </a:r>
          </a:p>
          <a:p/>
          <a:p>
            <a:r>
              <a:t>  That is graceful degradation.</a:t>
            </a:r>
          </a:p>
          <a:p/>
          <a:p>
            <a:r>
              <a:t>- Critical features</a:t>
            </a:r>
          </a:p>
          <a:p/>
          <a:p>
            <a:r>
              <a:t>  If payment authorization is mandatory, we must not say payment succeeded when Payment is down.</a:t>
            </a:r>
          </a:p>
          <a:p/>
          <a:p>
            <a:r>
              <a:t>  The fallback must keep business correctness, for example marking the payment PAYMENT_PENDING, or rejecting the transaction cleanly.</a:t>
            </a:r>
          </a:p>
          <a:p/>
          <a:p>
            <a:r>
              <a:t>- Whose decision</a:t>
            </a:r>
          </a:p>
          <a:p/>
          <a:p>
            <a:r>
              <a:t>  Fallback behavior is a business decision, not just a technical setting.</a:t>
            </a:r>
          </a:p>
          <a:p/>
          <a:p>
            <a:r>
              <a:t>- Full</a:t>
            </a:r>
          </a:p>
          <a:p/>
          <a:p>
            <a:r>
              <a:t>  The payment succeeds and the order is confirmed.</a:t>
            </a:r>
          </a:p>
          <a:p/>
          <a:p>
            <a:r>
              <a:t>- Degraded</a:t>
            </a:r>
          </a:p>
          <a:p/>
          <a:p>
            <a:r>
              <a:t>  Payment is unavailable, so the fallback accepts the order, queues the payment and shows Processing.</a:t>
            </a:r>
          </a:p>
          <a:p/>
          <a:p>
            <a:r>
              <a:t>  The order is preserved.</a:t>
            </a:r>
          </a:p>
          <a:p/>
          <a:p>
            <a:r>
              <a:t>- Key point</a:t>
            </a:r>
          </a:p>
          <a:p/>
          <a:p>
            <a:r>
              <a:t>  Reduced functionality, but nothing false is promised.</a:t>
            </a:r>
          </a:p>
          <a:p/>
          <a:p>
            <a:r>
              <a:t>- Load shedding</a:t>
            </a:r>
          </a:p>
          <a:p/>
          <a:p>
            <a:r>
              <a:t>  A saturated service can reject lower-priority requests early, before they consume threads, so its most important traffic keeps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Resilience patterns contain failures, but teams still need to see them, understand them and fix the cause.</a:t>
            </a:r>
          </a:p>
          <a:p/>
          <a:p>
            <a:r>
              <a:t>- What comes next</a:t>
            </a:r>
          </a:p>
          <a:p/>
          <a:p>
            <a:r>
              <a:t>  Monitoring versus observability, the three pillars, then correlation IDs, metrics and traces in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Monitoring</a:t>
            </a:r>
          </a:p>
          <a:p/>
          <a:p>
            <a:r>
              <a:t>  Monitoring is extremely important.</a:t>
            </a:r>
          </a:p>
          <a:p/>
          <a:p>
            <a:r>
              <a:t>  It answers known questions through dashboards and alerts.</a:t>
            </a:r>
          </a:p>
          <a:p/>
          <a:p>
            <a:r>
              <a:t>  Is the error rate high?</a:t>
            </a:r>
          </a:p>
          <a:p/>
          <a:p>
            <a:r>
              <a:t>  Is CPU saturated?</a:t>
            </a:r>
          </a:p>
          <a:p/>
          <a:p>
            <a:r>
              <a:t>  Is the service available?</a:t>
            </a:r>
          </a:p>
          <a:p/>
          <a:p>
            <a:r>
              <a:t>- From alert to investigation</a:t>
            </a:r>
          </a:p>
          <a:p/>
          <a:p>
            <a:r>
              <a:t>  Monitoring may alert that checkout p95 latency is above target.</a:t>
            </a:r>
          </a:p>
          <a:p/>
          <a:p>
            <a:r>
              <a:t>  Now we know something is wrong.</a:t>
            </a:r>
          </a:p>
          <a:p/>
          <a:p>
            <a:r>
              <a:t>- Observability</a:t>
            </a:r>
          </a:p>
          <a:p/>
          <a:p>
            <a:r>
              <a:t>  Observability helps us investigate why.</a:t>
            </a:r>
          </a:p>
          <a:p/>
          <a:p>
            <a:r>
              <a:t>  Which service, which dependency, which requests, which region or pod, which code path, and what changed?</a:t>
            </a:r>
          </a:p>
          <a:p/>
          <a:p>
            <a:r>
              <a:t>- Why it matters in microservices</a:t>
            </a:r>
          </a:p>
          <a:p/>
          <a:p>
            <a:r>
              <a:t>  In distributed systems, operators need enough telemetry to reconstruct behavior across many services.</a:t>
            </a:r>
          </a:p>
          <a:p/>
          <a:p>
            <a:r>
              <a:t>  That is why we collect logs, metrics and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Logs</a:t>
            </a:r>
          </a:p>
          <a:p/>
          <a:p>
            <a:r>
              <a:t>  Logs are individual records that describe events.</a:t>
            </a:r>
          </a:p>
          <a:p/>
          <a:p>
            <a:r>
              <a:t>  For example: payment request failed for order 1001.</a:t>
            </a:r>
          </a:p>
          <a:p/>
          <a:p>
            <a:r>
              <a:t>  They answer the question: what happened?</a:t>
            </a:r>
          </a:p>
          <a:p/>
          <a:p>
            <a:r>
              <a:t>- Metrics</a:t>
            </a:r>
          </a:p>
          <a:p/>
          <a:p>
            <a:r>
              <a:t>  Metrics are numbers measured over time, such as request rate, error rate, latency, CPU, memory and queue depth.</a:t>
            </a:r>
          </a:p>
          <a:p/>
          <a:p>
            <a:r>
              <a:t>  They answer: how much, and how often?</a:t>
            </a:r>
          </a:p>
          <a:p/>
          <a:p>
            <a:r>
              <a:t>- Traces</a:t>
            </a:r>
          </a:p>
          <a:p/>
          <a:p>
            <a:r>
              <a:t>  Traces follow one request across distributed components, from the gateway to Order, Payment and the external provider.</a:t>
            </a:r>
          </a:p>
          <a:p/>
          <a:p>
            <a:r>
              <a:t>  They answer: where did the request travel, and where did time or failure happen?</a:t>
            </a:r>
          </a:p>
          <a:p/>
          <a:p>
            <a:r>
              <a:t>- They work together</a:t>
            </a:r>
          </a:p>
          <a:p/>
          <a:p>
            <a:r>
              <a:t>  A metric may show that latency increased.</a:t>
            </a:r>
          </a:p>
          <a:p/>
          <a:p>
            <a:r>
              <a:t>  A trace may show Payment used 90 percent of the request time.</a:t>
            </a:r>
          </a:p>
          <a:p/>
          <a:p>
            <a:r>
              <a:t>  Logs may explain why Payment failed.</a:t>
            </a:r>
          </a:p>
          <a:p/>
          <a:p>
            <a:r>
              <a:t>- What it shows</a:t>
            </a:r>
          </a:p>
          <a:p/>
          <a:p>
            <a:r>
              <a:t>  Logs from each service, metrics for latency, errors and saturation, and traces across the gateway, Order and Payment all flow into one observability console.</a:t>
            </a:r>
          </a:p>
          <a:p/>
          <a:p>
            <a:r>
              <a:t>- Key point</a:t>
            </a:r>
          </a:p>
          <a:p/>
          <a:p>
            <a:r>
              <a:t>  Each pillar answers a different question; together they explain an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Unhelpful logs</a:t>
            </a:r>
          </a:p>
          <a:p/>
          <a:p>
            <a:r>
              <a:t>  A log line that says 'ERROR: Something failed' is not much use in a system with hundreds of service instances.</a:t>
            </a:r>
          </a:p>
          <a:p/>
          <a:p>
            <a:r>
              <a:t>- Structured logging</a:t>
            </a:r>
          </a:p>
          <a:p/>
          <a:p>
            <a:r>
              <a:t>  Structured logging adds searchable fields.</a:t>
            </a:r>
          </a:p>
          <a:p/>
          <a:p>
            <a:r>
              <a:t>  For example: service is payment-service, order ID is ORD-1001, trace ID is abc-123, and level is ERROR.</a:t>
            </a:r>
          </a:p>
          <a:p/>
          <a:p>
            <a:r>
              <a:t>- Correlation IDs</a:t>
            </a:r>
          </a:p>
          <a:p/>
          <a:p>
            <a:r>
              <a:t>  A correlation or trace ID links together all activity for the same request or workflow.</a:t>
            </a:r>
          </a:p>
          <a:p/>
          <a:p>
            <a:r>
              <a:t>  The same ID appears in the gateway, Order and Payment logs.</a:t>
            </a:r>
          </a:p>
          <a:p/>
          <a:p>
            <a:r>
              <a:t>  Now operators can follow one business request across several services.</a:t>
            </a:r>
          </a:p>
          <a:p/>
          <a:p>
            <a:r>
              <a:t>- Protect sensitive data</a:t>
            </a:r>
          </a:p>
          <a:p/>
          <a:p>
            <a:r>
              <a:t>  Remind learners never to log passwords, access tokens, payment secrets or unnecessary sensitive data.</a:t>
            </a:r>
          </a:p>
          <a:p/>
          <a:p>
            <a:r>
              <a:t>- What it shows</a:t>
            </a:r>
          </a:p>
          <a:p/>
          <a:p>
            <a:r>
              <a:t>  The same traceId travels from the client through the gateway, Order and Payment.</a:t>
            </a:r>
          </a:p>
          <a:p/>
          <a:p>
            <a:r>
              <a:t>  Each service logs structured fields with it.</a:t>
            </a:r>
          </a:p>
          <a:p/>
          <a:p>
            <a:r>
              <a:t>- Key point</a:t>
            </a:r>
          </a:p>
          <a:p/>
          <a:p>
            <a:r>
              <a:t>  Search one ID and see the request's whole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filter</a:t>
            </a:r>
          </a:p>
          <a:p/>
          <a:p>
            <a:r>
              <a:t>  It reads X-Correlation-Id or creates one, stores it in the MDC, echoes it in the response, and always clears it afterwards.</a:t>
            </a:r>
          </a:p>
          <a:p/>
          <a:p>
            <a:r>
              <a:t>- Structured logs</a:t>
            </a:r>
          </a:p>
          <a:p/>
          <a:p>
            <a:r>
              <a:t>  Spring Boot 3.4 can write JSON logs with one property, so every field is searchable.</a:t>
            </a:r>
          </a:p>
          <a:p/>
          <a:p>
            <a:r>
              <a:t>- Propagation</a:t>
            </a:r>
          </a:p>
          <a:p/>
          <a:p>
            <a:r>
              <a:t>  Outgoing calls carry the same header, so the next service logs the same ID.</a:t>
            </a:r>
          </a:p>
          <a:p/>
          <a:p>
            <a:r>
              <a:t>- Tracing does more</a:t>
            </a:r>
          </a:p>
          <a:p/>
          <a:p>
            <a:r>
              <a:t>  With Micrometer Tracing on the classpath, trace and span IDs are added to logs and propagated automatically.</a:t>
            </a:r>
          </a:p>
          <a:p/>
          <a:p>
            <a:r>
              <a:t>  Lab 2 already carries X-Correlation-Id onto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Four core signals</a:t>
            </a:r>
          </a:p>
          <a:p/>
          <a:p>
            <a:r>
              <a:t>  Metrics give quantitative visibility.</a:t>
            </a:r>
          </a:p>
          <a:p/>
          <a:p>
            <a:r>
              <a:t>  Traffic is how much work arrives, such as requests or messages per second.</a:t>
            </a:r>
          </a:p>
          <a:p/>
          <a:p>
            <a:r>
              <a:t>  Latency is how long work takes, shown as p50, p95 and p99.</a:t>
            </a:r>
          </a:p>
          <a:p/>
          <a:p>
            <a:r>
              <a:t>  Errors are how often work fails, like the 5xx rate or failed payment percentage.</a:t>
            </a:r>
          </a:p>
          <a:p/>
          <a:p>
            <a:r>
              <a:t>- Saturation</a:t>
            </a:r>
          </a:p>
          <a:p/>
          <a:p>
            <a:r>
              <a:t>  Saturation is how close the system is to its resource limits.</a:t>
            </a:r>
          </a:p>
          <a:p/>
          <a:p>
            <a:r>
              <a:t>  Examples are thread pool usage, database connection pool usage, CPU, memory and queue backlog.</a:t>
            </a:r>
          </a:p>
          <a:p/>
          <a:p>
            <a:r>
              <a:t>- Beyond infrastructure</a:t>
            </a:r>
          </a:p>
          <a:p/>
          <a:p>
            <a:r>
              <a:t>  Do not monitor only infrastructure.</a:t>
            </a:r>
          </a:p>
          <a:p/>
          <a:p>
            <a:r>
              <a:t>  A service can have low CPU and still be unusable because its database connection pool is exhausted.</a:t>
            </a:r>
          </a:p>
          <a:p/>
          <a:p>
            <a:r>
              <a:t>  Also watch JVM, garbage collection and dependency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Counters and timers</a:t>
            </a:r>
          </a:p>
          <a:p/>
          <a:p>
            <a:r>
              <a:t>  A counter records how many payments failed.</a:t>
            </a:r>
          </a:p>
          <a:p/>
          <a:p>
            <a:r>
              <a:t>  A timer records how long each charge took and publishes p95 and p99.</a:t>
            </a:r>
          </a:p>
          <a:p/>
          <a:p>
            <a:r>
              <a:t>- Exposure</a:t>
            </a:r>
          </a:p>
          <a:p/>
          <a:p>
            <a:r>
              <a:t>  Actuator exposes health, metrics and a Prometheus endpoint for scraping.</a:t>
            </a:r>
          </a:p>
          <a:p/>
          <a:p>
            <a:r>
              <a:t>- Free metrics</a:t>
            </a:r>
          </a:p>
          <a:p/>
          <a:p>
            <a:r>
              <a:t>  Spring Boot already records HTTP server requests, JVM, pools and, with Resilience4j, circuit breaker states and retry calls.</a:t>
            </a:r>
          </a:p>
          <a:p/>
          <a:p>
            <a:r>
              <a:t>- Alert on symptoms</a:t>
            </a:r>
          </a:p>
          <a:p/>
          <a:p>
            <a:r>
              <a:t>  Alert on error rate and latency that users feel, not only on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In a monolith, a profiler or the application logs may show slow code.</a:t>
            </a:r>
          </a:p>
          <a:p/>
          <a:p>
            <a:r>
              <a:t>  In microservices, one user request can cross many processes.</a:t>
            </a:r>
          </a:p>
          <a:p/>
          <a:p>
            <a:r>
              <a:t>  Suppose POST /orders takes 900 milliseconds.</a:t>
            </a:r>
          </a:p>
          <a:p/>
          <a:p>
            <a:r>
              <a:t>  Where did the time go?</a:t>
            </a:r>
          </a:p>
          <a:p/>
          <a:p>
            <a:r>
              <a:t>- Spans</a:t>
            </a:r>
          </a:p>
          <a:p/>
          <a:p>
            <a:r>
              <a:t>  Distributed tracing breaks the request into spans, all under one trace ID.</a:t>
            </a:r>
          </a:p>
          <a:p/>
          <a:p>
            <a:r>
              <a:t>  Here the gateway took 20 milliseconds, Order 100, Payment 650 and Inventory 80.</a:t>
            </a:r>
          </a:p>
          <a:p/>
          <a:p>
            <a:r>
              <a:t>  Payment is clearly the place to investigate.</a:t>
            </a:r>
          </a:p>
          <a:p/>
          <a:p>
            <a:r>
              <a:t>- What tracing is good for</a:t>
            </a:r>
          </a:p>
          <a:p/>
          <a:p>
            <a:r>
              <a:t>  Tracing is especially useful for latency analysis, understanding how failures spread, mapping dependencies and debugging across services.</a:t>
            </a:r>
          </a:p>
          <a:p/>
          <a:p>
            <a:r>
              <a:t>  It connects naturally to correlation IDs.</a:t>
            </a:r>
          </a:p>
          <a:p/>
          <a:p>
            <a:r>
              <a:t>- What it shows</a:t>
            </a:r>
          </a:p>
          <a:p/>
          <a:p>
            <a:r>
              <a:t>  Trace 7F3A-92C1 on a timeline: the gateway span is 240 ms, containing Order at 200 ms, which calls Payment at 80 ms and Inventory at 60 ms.</a:t>
            </a:r>
          </a:p>
          <a:p/>
          <a:p>
            <a:r>
              <a:t>- Key point</a:t>
            </a:r>
          </a:p>
          <a:p/>
          <a:p>
            <a:r>
              <a:t>  Nested spans show where the time actually went.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Find it</a:t>
            </a:r>
          </a:p>
          <a:p/>
          <a:p>
            <a:r>
              <a:t>  Metrics show the symptom.</a:t>
            </a:r>
          </a:p>
          <a:p/>
          <a:p>
            <a:r>
              <a:t>  A trace of a slow checkout shows the fraud span taking most of the time.</a:t>
            </a:r>
          </a:p>
          <a:p/>
          <a:p>
            <a:r>
              <a:t>  Logs with the same traceId show the timeouts.</a:t>
            </a:r>
          </a:p>
          <a:p/>
          <a:p>
            <a:r>
              <a:t>- Contain it</a:t>
            </a:r>
          </a:p>
          <a:p/>
          <a:p>
            <a:r>
              <a:t>  Give the fraud call a timeout inside the budget, don't retry the payment write blindly, and add a circuit breaker so callers fail fast.</a:t>
            </a:r>
          </a:p>
          <a:p/>
          <a:p>
            <a:r>
              <a:t>- Fallback</a:t>
            </a:r>
          </a:p>
          <a:p/>
          <a:p>
            <a:r>
              <a:t>  Hold the payment for review.</a:t>
            </a:r>
          </a:p>
          <a:p/>
          <a:p>
            <a:r>
              <a:t>  Approving without a fraud check would be inventing a safe outcome.</a:t>
            </a:r>
          </a:p>
          <a:p/>
          <a:p>
            <a:r>
              <a:t>- Keep watching</a:t>
            </a:r>
          </a:p>
          <a:p/>
          <a:p>
            <a:r>
              <a:t>  Track fraud latency, timeout count, breaker state and the number of payments pending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signals to targets</a:t>
            </a:r>
          </a:p>
          <a:p/>
          <a:p>
            <a:r>
              <a:t>  Observability gives us numbers.</a:t>
            </a:r>
          </a:p>
          <a:p/>
          <a:p>
            <a:r>
              <a:t>  Reliability targets say which numbers matter and what values are good enough.</a:t>
            </a:r>
          </a:p>
          <a:p/>
          <a:p>
            <a:r>
              <a:t>- What comes next</a:t>
            </a:r>
          </a:p>
          <a:p/>
          <a:p>
            <a:r>
              <a:t>  Health probes, SLI/SLO/SLA with error budgets, and the performance indicators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Important for OpenShift</a:t>
            </a:r>
          </a:p>
          <a:p/>
          <a:p>
            <a:r>
              <a:t>  These ideas are important for OpenShift and Kubernetes.</a:t>
            </a:r>
          </a:p>
          <a:p/>
          <a:p>
            <a:r>
              <a:t>- Liveness</a:t>
            </a:r>
          </a:p>
          <a:p/>
          <a:p>
            <a:r>
              <a:t>  Liveness asks: is this process healthy enough to keep running?</a:t>
            </a:r>
          </a:p>
          <a:p/>
          <a:p>
            <a:r>
              <a:t>  If it is stuck and cannot recover, the platform may restart the container.</a:t>
            </a:r>
          </a:p>
          <a:p/>
          <a:p>
            <a:r>
              <a:t>- Readiness</a:t>
            </a:r>
          </a:p>
          <a:p/>
          <a:p>
            <a:r>
              <a:t>  Readiness asks: should this instance receive requests right now?</a:t>
            </a:r>
          </a:p>
          <a:p/>
          <a:p>
            <a:r>
              <a:t>  Picture a running pod whose application is still starting and whose required resources are not ready.</a:t>
            </a:r>
          </a:p>
          <a:p/>
          <a:p>
            <a:r>
              <a:t>  The process is alive, but it is not ready for traffic.</a:t>
            </a:r>
          </a:p>
          <a:p/>
          <a:p>
            <a:r>
              <a:t>  So liveness passes, readiness fails, and the platform does not route traffic to it until it is ready.</a:t>
            </a:r>
          </a:p>
          <a:p/>
          <a:p>
            <a:r>
              <a:t>- An operational warning</a:t>
            </a:r>
          </a:p>
          <a:p/>
          <a:p>
            <a:r>
              <a:t>  Do not make health checks so aggressive, or so tied to dependencies, that a temporary downstream problem causes a storm of unnecessary restarts.</a:t>
            </a:r>
          </a:p>
          <a:p/>
          <a:p>
            <a:r>
              <a:t>- Alive, not ready</a:t>
            </a:r>
          </a:p>
          <a:p/>
          <a:p>
            <a:r>
              <a:t>  The pod process is up and liveness passes, but readiness fails because Inventory is still warming up.</a:t>
            </a:r>
          </a:p>
          <a:p/>
          <a:p>
            <a:r>
              <a:t>  The router sends no traffic, and there is no restart.</a:t>
            </a:r>
          </a:p>
          <a:p/>
          <a:p>
            <a:r>
              <a:t>- Healthy and ready</a:t>
            </a:r>
          </a:p>
          <a:p/>
          <a:p>
            <a:r>
              <a:t>  Both probes pass, the endpoint is active and the pod receives requests.</a:t>
            </a:r>
          </a:p>
          <a:p/>
          <a:p>
            <a:r>
              <a:t>- Key point</a:t>
            </a:r>
          </a:p>
          <a:p/>
          <a:p>
            <a:r>
              <a:t>  Liveness drives restarts; readiness drives routing.</a:t>
            </a:r>
          </a:p>
          <a:p/>
          <a:p>
            <a:r>
              <a:t>- In Spring Boot</a:t>
            </a:r>
          </a:p>
          <a:p/>
          <a:p>
            <a:r>
              <a:t>  Actuator exposes liveness and readiness groups.</a:t>
            </a:r>
          </a:p>
          <a:p/>
          <a:p>
            <a:r>
              <a:t>  They are enabled automatically on Kubernetes and OpenShift, and the container module wires them to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Related but different</a:t>
            </a:r>
          </a:p>
          <a:p/>
          <a:p>
            <a:r>
              <a:t>  These three terms are related, but they are not interchangeable.</a:t>
            </a:r>
          </a:p>
          <a:p/>
          <a:p>
            <a:r>
              <a:t>- SLI</a:t>
            </a:r>
          </a:p>
          <a:p/>
          <a:p>
            <a:r>
              <a:t>  A service level indicator is a measurement, such as availability, latency, error rate or the ratio of successful requests.</a:t>
            </a:r>
          </a:p>
          <a:p/>
          <a:p>
            <a:r>
              <a:t>- SLO</a:t>
            </a:r>
          </a:p>
          <a:p/>
          <a:p>
            <a:r>
              <a:t>  A service level objective is the target for an indicator.</a:t>
            </a:r>
          </a:p>
          <a:p/>
          <a:p>
            <a:r>
              <a:t>  For example, 99.95 percent monthly availability, or 95 percent of eligible requests under 300 milliseconds.</a:t>
            </a:r>
          </a:p>
          <a:p/>
          <a:p>
            <a:r>
              <a:t>- SLA</a:t>
            </a:r>
          </a:p>
          <a:p/>
          <a:p>
            <a:r>
              <a:t>  A service level agreement is a formal commitment between a provider and a customer or business party.</a:t>
            </a:r>
          </a:p>
          <a:p/>
          <a:p>
            <a:r>
              <a:t>  It may carry consequences if the commitment is not met.</a:t>
            </a:r>
          </a:p>
          <a:p/>
          <a:p>
            <a:r>
              <a:t>- Easy to remember</a:t>
            </a:r>
          </a:p>
          <a:p/>
          <a:p>
            <a:r>
              <a:t>  SLI is the measure.</a:t>
            </a:r>
          </a:p>
          <a:p/>
          <a:p>
            <a:r>
              <a:t>  SLO is the target.</a:t>
            </a:r>
          </a:p>
          <a:p/>
          <a:p>
            <a:r>
              <a:t>  SLA is the commitment.</a:t>
            </a:r>
          </a:p>
          <a:p/>
          <a:p>
            <a:r>
              <a:t>- What it shows</a:t>
            </a:r>
          </a:p>
          <a:p/>
          <a:p>
            <a:r>
              <a:t>  The SLI measures 99.95% availability and a 240 ms p95.</a:t>
            </a:r>
          </a:p>
          <a:p/>
          <a:p>
            <a:r>
              <a:t>  The SLO sets an internal target of 99.9% and p95 under 300 ms. The SLA commits 99.9% monthly with service credits if breached.</a:t>
            </a:r>
          </a:p>
          <a:p/>
          <a:p>
            <a:r>
              <a:t>- Key point</a:t>
            </a:r>
          </a:p>
          <a:p/>
          <a:p>
            <a:r>
              <a:t>  Observe, set a target, then commit — each step builds on the last.</a:t>
            </a:r>
          </a:p>
          <a:p/>
          <a:p>
            <a:r>
              <a:t>- Error budgets</a:t>
            </a:r>
          </a:p>
          <a:p/>
          <a:p>
            <a:r>
              <a:t>  If the SLO is 99.9% over a 30-day month, 0.1% — about 43 minutes — may fail.</a:t>
            </a:r>
          </a:p>
          <a:p/>
          <a:p>
            <a:r>
              <a:t>  While budget remains, teams can release; when it's spent, they focus on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Averages hide problems</a:t>
            </a:r>
          </a:p>
          <a:p/>
          <a:p>
            <a:r>
              <a:t>  Average latency alone is not enough.</a:t>
            </a:r>
          </a:p>
          <a:p/>
          <a:p>
            <a:r>
              <a:t>  An average of 200 milliseconds sounds good.</a:t>
            </a:r>
          </a:p>
          <a:p/>
          <a:p>
            <a:r>
              <a:t>  But if p95 is 1.5 seconds and p99 is 8 seconds, a meaningful group of users is having a poor experience.</a:t>
            </a:r>
          </a:p>
          <a:p/>
          <a:p>
            <a:r>
              <a:t>- Percentiles</a:t>
            </a:r>
          </a:p>
          <a:p/>
          <a:p>
            <a:r>
              <a:t>  p95 means 95 percent of measured requests finished at or below that latency.</a:t>
            </a:r>
          </a:p>
          <a:p/>
          <a:p>
            <a:r>
              <a:t>  p99 means 99 percent did.</a:t>
            </a:r>
          </a:p>
          <a:p/>
          <a:p>
            <a:r>
              <a:t>- Throughput in context</a:t>
            </a:r>
          </a:p>
          <a:p/>
          <a:p>
            <a:r>
              <a:t>  1,000 requests per second means little unless you also know the latency and error rate at that load.</a:t>
            </a:r>
          </a:p>
          <a:p/>
          <a:p>
            <a:r>
              <a:t>- Many dimensions</a:t>
            </a:r>
          </a:p>
          <a:p/>
          <a:p>
            <a:r>
              <a:t>  Also watch concurrency, CPU, memory, connections and queue depth.</a:t>
            </a:r>
          </a:p>
          <a:p/>
          <a:p>
            <a:r>
              <a:t>  Performance combines load, latency, errors and resource consumption.</a:t>
            </a:r>
          </a:p>
          <a:p/>
          <a:p>
            <a:r>
              <a:t>- What it shows</a:t>
            </a:r>
          </a:p>
          <a:p/>
          <a:p>
            <a:r>
              <a:t>  Traffic at 1,250 requests per second, latency p50 85 ms, p95 240 ms and p99 420 ms, a 1.2% error rate, and CPU and memory approaching their thresholds.</a:t>
            </a:r>
          </a:p>
          <a:p/>
          <a:p>
            <a:r>
              <a:t>- Key point</a:t>
            </a:r>
          </a:p>
          <a:p/>
          <a:p>
            <a:r>
              <a:t>  Read the signals together — saturation explains rising latency.</a:t>
            </a:r>
          </a:p>
          <a:p/>
          <a:p>
            <a:r>
              <a:t>- Load test types</a:t>
            </a:r>
          </a:p>
          <a:p/>
          <a:p>
            <a:r>
              <a:t>  Stress finds the breaking point, spike checks sudden bursts, soak runs for hours to catch leaks, and scalability measures gains from more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SLIs</a:t>
            </a:r>
          </a:p>
          <a:p/>
          <a:p>
            <a:r>
              <a:t>  For example: successful balance responses divided by all balance requests, or the p95 of transfer latency.</a:t>
            </a:r>
          </a:p>
          <a:p/>
          <a:p>
            <a:r>
              <a:t>- Ranking</a:t>
            </a:r>
          </a:p>
          <a:p/>
          <a:p>
            <a:r>
              <a:t>  Transfers and balances are critical and customer-facing.</a:t>
            </a:r>
          </a:p>
          <a:p/>
          <a:p>
            <a:r>
              <a:t>  Statements and rewards can tolerate more delay and failure.</a:t>
            </a:r>
          </a:p>
          <a:p/>
          <a:p>
            <a:r>
              <a:t>- Beyond numbers</a:t>
            </a:r>
          </a:p>
          <a:p/>
          <a:p>
            <a:r>
              <a:t>  Transfer's target includes correctness: no duplicate transfers, which ties back to idempotency.</a:t>
            </a:r>
          </a:p>
          <a:p/>
          <a:p>
            <a:r>
              <a:t>- Discussion</a:t>
            </a:r>
          </a:p>
          <a:p/>
          <a:p>
            <a:r>
              <a:t>  Ask what each target would cost to meet, and what the error budget would allow each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Timeouts, breakers and fallbacks often fail in production because nobody exercised them.</a:t>
            </a:r>
          </a:p>
          <a:p/>
          <a:p>
            <a:r>
              <a:t>- What comes next</a:t>
            </a:r>
          </a:p>
          <a:p/>
          <a:p>
            <a:r>
              <a:t>  The testing pipeline, a real fallback test, a planned failure experiment, and the whole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than a 200 response</a:t>
            </a:r>
          </a:p>
          <a:p/>
          <a:p>
            <a:r>
              <a:t>  Testing cannot stop at checking that a controller returns 200.</a:t>
            </a:r>
          </a:p>
          <a:p/>
          <a:p>
            <a:r>
              <a:t>  Unit tests check isolated business logic.</a:t>
            </a:r>
          </a:p>
          <a:p/>
          <a:p>
            <a:r>
              <a:t>  Integration tests check real interactions with the database, message broker or HTTP client.</a:t>
            </a:r>
          </a:p>
          <a:p/>
          <a:p>
            <a:r>
              <a:t>  Contract tests check that service, API and event expectations stay compatible.</a:t>
            </a:r>
          </a:p>
          <a:p/>
          <a:p>
            <a:r>
              <a:t>- Workflows and load</a:t>
            </a:r>
          </a:p>
          <a:p/>
          <a:p>
            <a:r>
              <a:t>  End-to-end tests check important business workflows.</a:t>
            </a:r>
          </a:p>
          <a:p/>
          <a:p>
            <a:r>
              <a:t>  Load tests show how the system behaves under expected and higher traffic.</a:t>
            </a:r>
          </a:p>
          <a:p/>
          <a:p>
            <a:r>
              <a:t>- Resilience testing</a:t>
            </a:r>
          </a:p>
          <a:p/>
          <a:p>
            <a:r>
              <a:t>  Deliberately simulate a timeout, a 503, a slow dependency, an unavailable database, a connection failure or a pod restart.</a:t>
            </a:r>
          </a:p>
          <a:p/>
          <a:p>
            <a:r>
              <a:t>  Then verify the timeout works, retries are bounded, the circuit opens, the fallback works, resources stay isolated and the system recovers.</a:t>
            </a:r>
          </a:p>
          <a:p/>
          <a:p>
            <a:r>
              <a:t>- Chaos testing</a:t>
            </a:r>
          </a:p>
          <a:p/>
          <a:p>
            <a:r>
              <a:t>  Controlled chaos testing introduces planned failures to check your assumptions about how the system behaves.</a:t>
            </a:r>
          </a:p>
          <a:p/>
          <a:p>
            <a:r>
              <a:t>- The key message</a:t>
            </a:r>
          </a:p>
          <a:p/>
          <a:p>
            <a:r>
              <a:t>  A resilience mechanism that has never been exercised under failure is only an unverified assumption.</a:t>
            </a:r>
          </a:p>
          <a:p/>
          <a:p>
            <a:r>
              <a:t>- What it shows</a:t>
            </a:r>
          </a:p>
          <a:p/>
          <a:p>
            <a:r>
              <a:t>  Unit, integration, contract, end-to-end, load, failure and chaos tests, then production feedback from metrics and traces.</a:t>
            </a:r>
          </a:p>
          <a:p/>
          <a:p>
            <a:r>
              <a:t>- Key point</a:t>
            </a:r>
          </a:p>
          <a:p/>
          <a:p>
            <a:r>
              <a:t>  Validate early and keep validating until you're confident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stub</a:t>
            </a:r>
          </a:p>
          <a:p/>
          <a:p>
            <a:r>
              <a:t>  WireMock stands in for Account Service and delays its answer for five seconds, longer than the three-second read timeout.</a:t>
            </a:r>
          </a:p>
          <a:p/>
          <a:p>
            <a:r>
              <a:t>- The assertion</a:t>
            </a:r>
          </a:p>
          <a:p/>
          <a:p>
            <a:r>
              <a:t>  The API must return 503 with ACCOUNT_SERVICE_UNAVAILABLE, not hang and not succeed.</a:t>
            </a:r>
          </a:p>
          <a:p/>
          <a:p>
            <a:r>
              <a:t>- No side effects</a:t>
            </a:r>
          </a:p>
          <a:p/>
          <a:p>
            <a:r>
              <a:t>  The second test checks that no TransactionSubmitted event was published while the dependency was down.</a:t>
            </a:r>
          </a:p>
          <a:p/>
          <a:p>
            <a:r>
              <a:t>- Testing module</a:t>
            </a:r>
          </a:p>
          <a:p/>
          <a:p>
            <a:r>
              <a:t>  Exercise 3.3 in the testing module adds tests like these to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Hypothesis</a:t>
            </a:r>
          </a:p>
          <a:p/>
          <a:p>
            <a:r>
              <a:t>  State what should happen in measurable terms, for example p95 under two seconds and orders marked pending instead of failing.</a:t>
            </a:r>
          </a:p>
          <a:p/>
          <a:p>
            <a:r>
              <a:t>- Blast radius</a:t>
            </a:r>
          </a:p>
          <a:p/>
          <a:p>
            <a:r>
              <a:t>  Start small: a fraction of calls, in staging, for a limited time.</a:t>
            </a:r>
          </a:p>
          <a:p/>
          <a:p>
            <a:r>
              <a:t>- Stop rule</a:t>
            </a:r>
          </a:p>
          <a:p/>
          <a:p>
            <a:r>
              <a:t>  Decide in advance which signal ends the experiment, so nobody improvises during an incident.</a:t>
            </a:r>
          </a:p>
          <a:p/>
          <a:p>
            <a:r>
              <a:t>- Learn</a:t>
            </a:r>
          </a:p>
          <a:p/>
          <a:p>
            <a:r>
              <a:t>  Whatever breaks becomes a fix and a new automated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Failure boundaries</a:t>
            </a:r>
          </a:p>
          <a:p/>
          <a:p>
            <a:r>
              <a:t>  Use this architecture to rebuild the module.</a:t>
            </a:r>
          </a:p>
          <a:p/>
          <a:p>
            <a:r>
              <a:t>  Order calls Payment and Inventory over the network, and each call is a failure boundary.</a:t>
            </a:r>
          </a:p>
          <a:p/>
          <a:p>
            <a:r>
              <a:t>- The client-side patterns</a:t>
            </a:r>
          </a:p>
          <a:p/>
          <a:p>
            <a:r>
              <a:t>  Timeouts stop requests from waiting forever.</a:t>
            </a:r>
          </a:p>
          <a:p/>
          <a:p>
            <a:r>
              <a:t>  Retries, with backoff and jitter, handle selected temporary failures, but must be bounded and safe.</a:t>
            </a:r>
          </a:p>
          <a:p/>
          <a:p>
            <a:r>
              <a:t>  Circuit breakers fail fast when a dependency is unhealthy.</a:t>
            </a:r>
          </a:p>
          <a:p/>
          <a:p>
            <a:r>
              <a:t>  Bulkheads stop a Payment problem from consuming Inventory's resources.</a:t>
            </a:r>
          </a:p>
          <a:p/>
          <a:p>
            <a:r>
              <a:t>  Fallbacks keep reduced but correct functionality.</a:t>
            </a:r>
          </a:p>
          <a:p/>
          <a:p>
            <a:r>
              <a:t>- Observability</a:t>
            </a:r>
          </a:p>
          <a:p/>
          <a:p>
            <a:r>
              <a:t>  Logs explain individual events.</a:t>
            </a:r>
          </a:p>
          <a:p/>
          <a:p>
            <a:r>
              <a:t>  Metrics show how often, how slow, how many errors and how saturated.</a:t>
            </a:r>
          </a:p>
          <a:p/>
          <a:p>
            <a:r>
              <a:t>  Traces connect a request across the gateway, Order and Payment, so operators find where latency or failure started.</a:t>
            </a:r>
          </a:p>
          <a:p/>
          <a:p>
            <a:r>
              <a:t>- Health and reliability targets</a:t>
            </a:r>
          </a:p>
          <a:p/>
          <a:p>
            <a:r>
              <a:t>  Liveness and readiness let OpenShift and Kubernetes make the right runtime decisions.</a:t>
            </a:r>
          </a:p>
          <a:p/>
          <a:p>
            <a:r>
              <a:t>  SLIs measure reliability, SLOs set targets, and SLAs express formal commitments.</a:t>
            </a:r>
          </a:p>
          <a:p/>
          <a:p>
            <a:r>
              <a:t>- Continuous validation</a:t>
            </a:r>
          </a:p>
          <a:p/>
          <a:p>
            <a:r>
              <a:t>  Do not assume the circuit breaker, retries, fallback, autoscaling or recovery work.</a:t>
            </a:r>
          </a:p>
          <a:p/>
          <a:p>
            <a:r>
              <a:t>  Test those behaviors, observe and improve.</a:t>
            </a:r>
          </a:p>
          <a:p/>
          <a:p>
            <a:r>
              <a:t>- Final message</a:t>
            </a:r>
          </a:p>
          <a:p/>
          <a:p>
            <a:r>
              <a:t>  Resilient microservices assume networks, dependencies and infrastructure will sometimes fail.</a:t>
            </a:r>
          </a:p>
          <a:p/>
          <a:p>
            <a:r>
              <a:t>  They bound waiting, retry carefully, fail fast, contain resource exhaustion and keep useful behavior.</a:t>
            </a:r>
          </a:p>
          <a:p/>
          <a:p>
            <a:r>
              <a:t>  They make failures observable, measure reliability, and test that it all really works.</a:t>
            </a:r>
          </a:p>
          <a:p/>
          <a:p>
            <a:r>
              <a:t>- What it shows</a:t>
            </a:r>
          </a:p>
          <a:p/>
          <a:p>
            <a:r>
              <a:t>  A client calls the API Gateway, which applies timeouts and retries before Order Service.</a:t>
            </a:r>
          </a:p>
          <a:p/>
          <a:p>
            <a:r>
              <a:t>  Order protects its Payment and Inventory calls with a circuit breaker, bulkhead and fallback.</a:t>
            </a:r>
          </a:p>
          <a:p/>
          <a:p>
            <a:r>
              <a:t>- How to read it</a:t>
            </a:r>
          </a:p>
          <a:p/>
          <a:p>
            <a:r>
              <a:t>  Health checks at the top route traffic only to ready pods.</a:t>
            </a:r>
          </a:p>
          <a:p/>
          <a:p>
            <a:r>
              <a:t>  Logs, metrics and traces flow down to observability, metrics feed SLO tracking, and continuous testing at the bottom loops back to improve the system.</a:t>
            </a:r>
          </a:p>
          <a:p/>
          <a:p>
            <a:r>
              <a:t>- Key point</a:t>
            </a:r>
          </a:p>
          <a:p/>
          <a:p>
            <a:r>
              <a:t>  Resilience isn't one pattern — it's contained failures, visible behavior, measured targets and constant validation working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resilience incidents.</a:t>
            </a:r>
          </a:p>
          <a:p/>
          <a:p>
            <a:r>
              <a:t>- Retries and timeouts</a:t>
            </a:r>
          </a:p>
          <a:p/>
          <a:p>
            <a:r>
              <a:t>  Unbounded retries multiply load on a struggling service, and long timeouts keep threads busy while hiding the problem.</a:t>
            </a:r>
          </a:p>
          <a:p/>
          <a:p>
            <a:r>
              <a:t>- Breakers and fallbacks</a:t>
            </a:r>
          </a:p>
          <a:p/>
          <a:p>
            <a:r>
              <a:t>  A breaker protects the caller, not the dependency.</a:t>
            </a:r>
          </a:p>
          <a:p/>
          <a:p>
            <a:r>
              <a:t>  And a fallback must never report a payment or transfer as successful.</a:t>
            </a:r>
          </a:p>
          <a:p/>
          <a:p>
            <a:r>
              <a:t>- Anti-patterns</a:t>
            </a:r>
          </a:p>
          <a:p/>
          <a:p>
            <a:r>
              <a:t>  Missing timeouts, retrying writes, stacking retries in every layer, dependency-coupled liveness checks, CPU-only alerts and untested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Design for failure</a:t>
            </a:r>
          </a:p>
          <a:p/>
          <a:p>
            <a:r>
              <a:t>  Services depend on networks, databases, brokers and other services that fail or slow down.</a:t>
            </a:r>
          </a:p>
          <a:p/>
          <a:p>
            <a:r>
              <a:t>- 2. Timeout</a:t>
            </a:r>
          </a:p>
          <a:p/>
          <a:p>
            <a:r>
              <a:t>  It stops a service waiting indefinitely for a dependency.</a:t>
            </a:r>
          </a:p>
          <a:p/>
          <a:p>
            <a:r>
              <a:t>- 3. Retry</a:t>
            </a:r>
          </a:p>
          <a:p/>
          <a:p>
            <a:r>
              <a:t>  For temporary failures, when the operation is safe to repeat.</a:t>
            </a:r>
          </a:p>
          <a:p/>
          <a:p>
            <a:r>
              <a:t>- 4. Danger</a:t>
            </a:r>
          </a:p>
          <a:p/>
          <a:p>
            <a:r>
              <a:t>  Retries can overload a struggling dependency or repeat non-idempotent operations.</a:t>
            </a:r>
          </a:p>
          <a:p/>
          <a:p>
            <a:r>
              <a:t>- 5. States</a:t>
            </a:r>
          </a:p>
          <a:p/>
          <a:p>
            <a:r>
              <a:t>  Closed, open and half-open.</a:t>
            </a:r>
          </a:p>
          <a:p/>
          <a:p>
            <a:r>
              <a:t>- 6. Bulkhead</a:t>
            </a:r>
          </a:p>
          <a:p/>
          <a:p>
            <a:r>
              <a:t>  Service resources, by isolating workflows or dependencies.</a:t>
            </a:r>
          </a:p>
          <a:p/>
          <a:p>
            <a:r>
              <a:t>- 7. Rate limiting</a:t>
            </a:r>
          </a:p>
          <a:p/>
          <a:p>
            <a:r>
              <a:t>  429 Too Many Requests.</a:t>
            </a:r>
          </a:p>
          <a:p/>
          <a:p>
            <a:r>
              <a:t>- 8. Correlation IDs</a:t>
            </a:r>
          </a:p>
          <a:p/>
          <a:p>
            <a:r>
              <a:t>  They connect logs, events and traces across services.</a:t>
            </a:r>
          </a:p>
          <a:p/>
          <a:p>
            <a:r>
              <a:t>- 9. Golden signals</a:t>
            </a:r>
          </a:p>
          <a:p/>
          <a:p>
            <a:r>
              <a:t>  Latency, traffic, errors and saturation.</a:t>
            </a:r>
          </a:p>
          <a:p/>
          <a:p>
            <a:r>
              <a:t>- 10. Trace vs. span</a:t>
            </a:r>
          </a:p>
          <a:p/>
          <a:p>
            <a:r>
              <a:t>  A trace is the whole request journey; a span is one operation within it.</a:t>
            </a:r>
          </a:p>
          <a:p/>
          <a:p>
            <a:r>
              <a:t>- Practical scenario</a:t>
            </a:r>
          </a:p>
          <a:p/>
          <a:p>
            <a:r>
              <a:t>  Transaction Service calls a slow Fraud Detection Service: set a timeout inside the budget, don't retry the write blindly, add a breaker, hold payments for review, and track fraud latency, timeouts and breaker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contained failures with timeouts, retries, breakers, bulkheads and fallbacks, made them observable, set reliability targets and tested them.</a:t>
            </a:r>
          </a:p>
          <a:p/>
          <a:p>
            <a:r>
              <a:t>- Next module</a:t>
            </a:r>
          </a:p>
          <a:p/>
          <a:p>
            <a:r>
              <a:t>  Module 7 is DevOps and CI/CD: pipelines, automated quality gates and safe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"Failures are expected — design them to be contained, observable and recoverable."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Resilient and High-Performance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Designing distributed services that stay responsive, observable and recoverable.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Designing for 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9606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Timeouts and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2013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Circuit breakers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442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Bulkheads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6827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9234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SLAs, SLOs and SLIs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1641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Failure handling, observability, reliability targets and resilience testing.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34811" cy="33481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34811" cy="334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2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163" y="1252728"/>
            <a:ext cx="4804117" cy="334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5860"/>
            <a:ext cx="5212080" cy="2422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failure in distributed systems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Configure appropriate timeouts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Apply safe retry strategies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exponential backoff and jitter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Implement circuit-breaker concepts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Apply bulkhead isolation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Design graceful degradation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Use logs, metrics and traces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Distinguish SLI, SLO and SLA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Continuously test resilience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243584"/>
            <a:ext cx="52852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FOUR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91640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44768" y="1764792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28216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Failure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67128"/>
            <a:ext cx="1031443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Timeout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9363" y="2167128"/>
            <a:ext cx="1031443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Retry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3958" y="2167128"/>
            <a:ext cx="1031443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Circuit Breaker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8553" y="2167128"/>
            <a:ext cx="1031443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Bulkhead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3148" y="2167128"/>
            <a:ext cx="1031443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770632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44768" y="2843784"/>
            <a:ext cx="329184" cy="329184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07208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Observability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246120"/>
            <a:ext cx="1725168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7096" y="3246120"/>
            <a:ext cx="1725168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69424" y="3246120"/>
            <a:ext cx="1725168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Traces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849624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3922776"/>
            <a:ext cx="329184" cy="32918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88620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Reliability targets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325112"/>
            <a:ext cx="154228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SLI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4487" y="4526280"/>
            <a:ext cx="356617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98535" y="4325112"/>
            <a:ext cx="154228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SLO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68256" y="4526280"/>
            <a:ext cx="3566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52303" y="4325112"/>
            <a:ext cx="154228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4928616"/>
            <a:ext cx="566928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44768" y="5001768"/>
            <a:ext cx="329184" cy="32918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965192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5404104"/>
            <a:ext cx="90708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79284" y="5605272"/>
            <a:ext cx="17373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280452" y="5404104"/>
            <a:ext cx="90708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Measure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14969" y="5605272"/>
            <a:ext cx="17373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6137" y="5404104"/>
            <a:ext cx="90708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Fail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50654" y="5605272"/>
            <a:ext cx="17373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51822" y="5404104"/>
            <a:ext cx="90708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Recover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86339" y="5605272"/>
            <a:ext cx="17373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687507" y="5404104"/>
            <a:ext cx="90708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Improve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Learn the individual patterns — and how they work together in production.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Timeout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longest a call may wait before it gives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Retry with backoff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Trying a failed call again after growing, slightly randomized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Circuit breaker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Stops calling a failing dependency for a while, so calls fail fast.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Bulkhead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Limits what one dependency can use, so it can't exhaust the whole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safe response when a dependency fails — never an invented success.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Correlation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identifier carried through every service and log line for a single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Liveness and readiness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Liveness means restart me; readiness means don't send me traffic yet.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Service level 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reliability target a team commits to, such as 99.9% successful requests.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Central Processing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Domain Name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Garbage Collection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Virtual 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Mapped Diagnostic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Level Agreement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Level Indicator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Level Objective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UUID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Universally Unique Identifier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5 TO 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Services own their data and talk over the network — now keep them standing when calls fail.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5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Service-owned data and local transactions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Sagas and compensation across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Idempotent consumers and the outbox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Redis caching with TTLs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Many services calling each other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Keep them responsive when those calls get slow or fail.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6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failure is normal — and spreads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Timeouts, retries and idempotency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Circuit breakers, bulkheads, fallbacks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1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Logs, metrics and traces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Health checks, SLOs and capacity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3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 failure before it happens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4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complete resilient architecture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5 split the data; Module 6 keeps the whole system responsive when parts of it fail.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Contain failures so one slow dependency can't take everything down.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Failure handling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Reliability targets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own their data and commit locally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Sagas and events coordinate across services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cross-service step is a network 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A dependency is slow or down — how do we stop it taking our service down too?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failure is normal — and how it cascades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Designing for failure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Timeouts and timeout budgets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Retries, backoff, jitter and idempotency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Circuit breakers and bulkheads — in code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Combining patterns and degrading gracefully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FAILURE IS NORMAL IN DISTRIBUTED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Networks, dependencies, pods, databases, APIs and infrastructure fail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031" y="1316736"/>
            <a:ext cx="10047456" cy="2359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83" y="1389888"/>
            <a:ext cx="9901152" cy="2212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“simple”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3627120" cy="153619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paymentService.processPayment();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…REALLY DOES ALL OF THIS</a:t>
            </a:r>
          </a:p>
        </p:txBody>
      </p:sp>
      <p:sp>
        <p:nvSpPr>
          <p:cNvPr id="9" name="Oval 8"/>
          <p:cNvSpPr/>
          <p:nvPr/>
        </p:nvSpPr>
        <p:spPr>
          <a:xfrm>
            <a:off x="4267200" y="434340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960" y="4315968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Resolve DNS, open a connection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4267200" y="465429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Serialize and send</a:t>
            </a:r>
          </a:p>
        </p:txBody>
      </p:sp>
      <p:sp>
        <p:nvSpPr>
          <p:cNvPr id="13" name="Oval 12"/>
          <p:cNvSpPr/>
          <p:nvPr/>
        </p:nvSpPr>
        <p:spPr>
          <a:xfrm>
            <a:off x="4267200" y="496519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Remote work and its dependencies</a:t>
            </a:r>
          </a:p>
        </p:txBody>
      </p:sp>
      <p:sp>
        <p:nvSpPr>
          <p:cNvPr id="15" name="Oval 14"/>
          <p:cNvSpPr/>
          <p:nvPr/>
        </p:nvSpPr>
        <p:spPr>
          <a:xfrm>
            <a:off x="4267200" y="52760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Response back, deserialize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remote dependency can fail independently.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Remote calls are neither instantaneous nor guaranteed to succeed.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FAILURE PROPAGATION IN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slow or failing service spreading latency and failure to its callers.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60208"/>
            <a:ext cx="7415783" cy="30119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3360"/>
            <a:ext cx="7269480" cy="2865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Normally → suddenly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answers in 200 ms — until its provider makes it 30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USERS EXPERIENCE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Slow responses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Timeouts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7185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9112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503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CASCADING FAILURE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Order Service was healthy — it just kept waiting.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slow dependency can drag down every service that waits on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FOR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Fail fast, isolate failures, degrade gracefully, recover and stay observable.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2492" y="1316736"/>
            <a:ext cx="455005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" y="1389888"/>
            <a:ext cx="4403750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298448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RESILIENCE MINDSET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Prevent what you can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56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Contain what you can't prevent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6771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Recover from what occurs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7860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Learn from what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017520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BUILDING BLOCKS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364992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Timeouts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4" y="3364992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Retries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8" y="3364992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Circuit breakers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803904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Bulkheads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7264" y="3803904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Rate limits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3803904"/>
            <a:ext cx="1901952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Fallbacks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297680"/>
            <a:ext cx="585216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297680"/>
            <a:ext cx="548640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MINDSET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Assume failure will happen, then limit its impact.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Assume failure will happen — then deliberately limit its impact.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TIMEOUTS — STOP WAITING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remote call needs a bounded wait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33832"/>
            <a:ext cx="7415783" cy="42646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6984"/>
            <a:ext cx="7269480" cy="4118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AFTER A TIMEOUT, THE CALLER DECIDES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an error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Retry — if it's safe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 a fallback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Start async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REMOTE CALL NEEDS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3649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0676" y="336499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Broker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0676" y="380390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Cache calls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2976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2976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Timeouts turn unbounded waiting into controlled 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Timeouts convert unbounded waiting into controlled failure.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CHOOSING APPROPRIATE TIMEOUT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Connection vs. read timeouts, downstream latency, SLAs and user expectations.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61447"/>
            <a:ext cx="7415783" cy="2809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34599"/>
            <a:ext cx="7269480" cy="266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38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Connection 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How long to wait to establish a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0320"/>
            <a:ext cx="3520440" cy="11338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51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timeout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79"/>
            <a:ext cx="3246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How long to wait for the response once connected.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822191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THE TRADE-OFF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197096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6966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 long: failures detected slowly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507992"/>
            <a:ext cx="256032" cy="25603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48055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 short: healthy slow calls cut 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919472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919472"/>
            <a:ext cx="3154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BUDGET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Downstream timeouts must fit inside the user's target.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timeout comes from latency budgets and real behavior — not a number copied from elsewhere.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TIMEOUTS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Socket timeouts on the HTTP client, plus a time limit on the whole operation.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Spring Boot 3.4+: auto-configured RestClient.Builder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http: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client: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connect-timeout: 2s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read-timeout: 3s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resilience4j: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timelimiter: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instances: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fraudCheck: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timeout-duration: 800ms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FraudClient.java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@TimeLimiter(name = "fraudCheck", fallbackMethod = "reviewLater")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CompletableFuture&lt;FraudDecision&gt; check(Payment p)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CompletableFuture.supplyAsync(() -&gt; fraud.check(p));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private CompletableFuture&lt;FraudDecision&gt; reviewLater(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Payment p, TimeoutException ex)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CompletableFuture.completedFuture(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FraudDecision.pendingReview(p.id()));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Socket timeouts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Connect 2 s, read 3 s — Lab 3's values for the Account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Bounds the whole operation, including any queueing.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PENDING_REVIEW — never an automatic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Set client timeouts on every call, and bound slow operations with a time limit and a safe fallback.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RETRIES — WHEN THEY HELP AND WHEN THEY HURT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Transient versus permanent failures — retry only the right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5408" y="1316736"/>
            <a:ext cx="670446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60" y="1389888"/>
            <a:ext cx="6558158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RETRY MAY HELP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503 Service Unavailable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Connection reset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429 with Retry-After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06624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RETRY WON'T FIX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5409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400 Bad Request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364991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401 or 403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75887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Business-rule rejection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114800"/>
            <a:ext cx="3931920" cy="9982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169663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Retries add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480560"/>
            <a:ext cx="3657600" cy="5775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10,000 failures × 3 immediate retries = 30,000 extra calls on a struggling service.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5241036"/>
            <a:ext cx="3931920" cy="592835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5241036"/>
            <a:ext cx="3566160" cy="5928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Retry selectively, not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Retries help with transient faults — and hurt when used blindly.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RETRY WITH BACKOFF AND JITTER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Exponential backoff — and avoiding synchronized retry storms.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32152"/>
            <a:ext cx="7415783" cy="24680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5304"/>
            <a:ext cx="7269480" cy="23217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Without jitter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Thousands of clients retry at exactly 1 second — a synchronized storm.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Always cap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Limit the attempts and the total wait, inside the latency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FORMULA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delay = base × 2ⁿ, plus a random offset.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Backoff slows retries down; jitter stops everyone retrying at the same moment.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RETRY WITH BACKOFF IN RESILIENCE4J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Retry only transient failures on safe reads — with backoff, jitter and a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resilience4j: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retry: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instances: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exchangeRates: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max-attempts: 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wait-duration: 500ms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enable-exponential-backoff: true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exponential-backoff-multiplier: 2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enable-randomized-wait: true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randomized-wait-factor: 0.5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retry-exceptions: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- org.springframework.web.client.ResourceAccessException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ignore-exceptions: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- org.springframework.web.client.HttpClientErrorException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ExchangeRateService.java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@Retry(name = "exchangeRates", fallbackMethod = "lastKnownRate")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BigDecimal usdToEur()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rateClient.getRate("USD", "EUR");   // a safe read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private BigDecimal lastKnownRate(Throwable ex)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rateCache.lastKnown("USD", "EUR");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Backoff + jitter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500 ms, then about 1 s — each randomized by ±50%.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Only transient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Timeouts and resets retry; 4xx client errors don't.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Writes need an idempotency key before any retry.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Configure retries per dependency: few attempts, growing randomized waits, and only for errors that can recover.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IDEMPOTENCY AND SAFE 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Retrying GET vs. payment and order operations — idempotency keys.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97371"/>
            <a:ext cx="7415783" cy="273757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0523"/>
            <a:ext cx="7269480" cy="2591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client sends a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6741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POST /payments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Idempotency-Key: pay-123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429764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846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Server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95524"/>
            <a:ext cx="32461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the key and the result in the same transaction; a repeat returns the stored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039108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039108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THINK BUSINESS EFFECT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timeout doesn't tell you whether the charge happened.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Retry only when repeating the operation can't create a second business effect.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RETRY OR NOT?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how each failed call should be handled.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Six calls just failed: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3014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1  GET exchange rate  → 503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2  POST transfer     → timeout, no key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3  POST transfer     → timeout, with key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4  PUT profile       → 400 validation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5  GET balance       → connection reset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6  POST payment      → 429, Retry-After: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Decide: retry or fail fast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For retries, choose attempts and backoff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which case needs an idempotency key — and why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1, 5: retry with backoff and jitter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2: don't retry — check the transfer's status first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3: retry safely with the same key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4: fail fast — the request must change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6: wait 2 s, then retry once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Retry transient failures on safe or keyed operations — and fail fast on everything else.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CIRCUIT BREAKER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Closed → Open → Half-Open → Closed.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837" y="1316736"/>
            <a:ext cx="7149085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89" y="1389888"/>
            <a:ext cx="7002781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Closed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Calls flow; failures are counted over a sliding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Calls fail fast for the configured wait duration.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Half-open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few trial calls decide: close again or reopen.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LIKE A FUSE BOX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It stops continued failure from spreading.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Fail fast instead of repeatedly calling a dependency that is already failing.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CIRCUIT BREAKER IN A MICROSERVICE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 Service → Payment Service with a failure threshold and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18991"/>
            <a:ext cx="7415783" cy="309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92143"/>
            <a:ext cx="7269480" cy="2948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It protects the caller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 doesn't repair Payment Service — it keeps Order responsive.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SAFE FALLBACKS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PAYMENT_PENDING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clear 503 with a retry hint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8191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1940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666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“Payment successful”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60552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60552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CRITERIA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Failure rate and slow-call rate over a sliding window.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Payment is unhealthy, the breaker keeps Order responsive with a controlled response.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BULKHEAD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Isolate resources so one failing dependency can't exhaust everything.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6941"/>
            <a:ext cx="7415783" cy="42184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0093"/>
            <a:ext cx="7269480" cy="4072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BULKHEADS CAN ISOLATE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Thread pools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Connection pools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Concurrency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Queues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78608"/>
            <a:ext cx="3520440" cy="11968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334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Semaphore or thread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44368"/>
            <a:ext cx="3246120" cy="776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semaphore caps concurrent calls cheaply; a thread pool fully separates blocking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903472"/>
            <a:ext cx="3520440" cy="10109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9583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69232"/>
            <a:ext cx="3246120" cy="590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related guard: cap requests per period and answer 429.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042408"/>
            <a:ext cx="3520440" cy="7914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042408"/>
            <a:ext cx="3154680" cy="791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LIKE A SHIP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flooded compartment doesn't sink the vessel.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failing dependency should use only its allocated capacity — not the whole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CIRCUIT BREAKER AND BULKHEAD WITH RESILIENCE4J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3's breaker on the Account call — and a safe 503 when it opens.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resilience4j: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circuitbreaker: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instances: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accountService: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sliding-window-size: 10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minimum-number-of-calls: 4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failure-rate-threshold: 50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wait-duration-in-open-state: 10s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permitted-number-of-calls-in-half-open-state: 2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ignore-exceptions: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- com.example.AccountConflictException  # 409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bulkhead: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instances: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accountService: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max-concurrent-calls: 20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AccountClient.java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@CircuitBreaker(name = "accountService",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fallbackMethod = "unavailable")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@Bulkhead(name = "accountService")   // concept only in the labs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Account requireActiveAccount(String accountId)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accountApi.get(accountId);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private Account unavailable(String id, CallNotPermittedException e)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throw new AccountServiceUnavailableException();   // → 503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private Account unavailable(String id, ResourceAccessException e)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throw new AccountServiceUnavailableException();   // → 503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3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At least 4 calls, 50% failing, open for 10 s — a 409 never trips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503 ACCOUNT_SERVICE_UNAVAILABLE — never a fake ACTIVE account.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Bulkhead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Shown for completeness; the labs keep it conceptual.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Open the breaker on real dependency failures, ignore business conflicts, and fail with a clear 503.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3.1 — CONFIGURE TIMEOUT AND CIRCUIT 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3 checkpoint A: Resilience4j on the Account dependency.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6" y="1298448"/>
            <a:ext cx="515264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labs/day-03/exercises/exercise-3.1-timeout-circuit-breaker.md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3 hardens the banking Transaction Service. Before accepting money movement, it calls Account Service through AccountClient.requireActiveAccount.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the RestClient timeouts (connect 2 s, read 3 s) in the Lab 3 Transaction starter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977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Circuit breaker: 4 failed calls at 50% open it; wait 10 s; later calls fail fast. A 409 does not trip it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298187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243324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Safe fallback: POST /api/v1/transactions returns 503 ACCOUNT_SERVICE_UNAVAILABLE — no Kafka event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5113527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5058664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Bulkhead and rate limiting stay conceptual — no extra libraries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Timeouts located in the starter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Breaker settings you can explain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503 fallback with no Kafka event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Never a fake ACTIVE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fallback rule: never invent a successful financial outcome.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COMBINING RESILIENCE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Timeout + retry + circuit breaker + bulkhead +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03494"/>
            <a:ext cx="7415783" cy="25253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6646"/>
            <a:ext cx="7269480" cy="23790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EACH LAYER'S JOB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Bulkhead: isolate resources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Circuit breaker: fail fast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Retry: handle transient faults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Timeout: bound each attempt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Fallback: stay useful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Composition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94176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3 retries × a 2 s timeout = 6 s — far beyond a 2 s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751832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751832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ORDER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Libraries differ — Resilience4j applies Retry outermost by default.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the whole resilience policy together — patterns interact.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GRACEFUL DEGRADATION AND FALLBACKS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Partial functionality, cached data, default responses and reduced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4216"/>
            <a:ext cx="7415783" cy="374388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7368"/>
            <a:ext cx="7269480" cy="3597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NON-CRITICAL: DEGRADE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Recommendations down → hide them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Catalog down → acceptable cached data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Notifications down → queue for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CRITICAL: STAY CORRECT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down → PENDING, or reject cleanly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627120"/>
            <a:ext cx="3520440" cy="105613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68198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Load shedding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92880"/>
            <a:ext cx="3246120" cy="6355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When saturated, reject low-priority work early to protect the critical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4811268"/>
            <a:ext cx="3520440" cy="102260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811268"/>
            <a:ext cx="3154680" cy="10226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BUSINESS DECISION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Agree fallback behavior with the business, not only in config.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Degrade gracefully where you can — but never trade away business correctness.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You can't fix what you can't see.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Failure handling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Reliability targets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Timeouts bound waiting; retries are selective and keyed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Breakers fail fast; bulkheads isolate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Fallbacks degrade without faking success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When something still goes wrong in production, how do we see what — and why?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Observability vs. monitoring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Logs, metrics and traces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Structured logs and correlation IDs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Metrics and health signals — in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Distributed tracing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diagnose a slow dependency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OBSERVABILITY VS.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Monitoring says something is wrong; observability helps explain why.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5440680" cy="36576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Known questions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53512" y="2066544"/>
            <a:ext cx="4480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1783080"/>
            <a:ext cx="2468880" cy="566928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Dashboards /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32888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Is the error rate high?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99816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Is CPU saturated?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66744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Is the service available?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52728"/>
            <a:ext cx="5440680" cy="36576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1569720" cy="566928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2E7D32"/>
                </a:solidFill>
                <a:latin typeface="Nirmala UI"/>
              </a:rPr>
              <a:t>System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0791" y="2066544"/>
            <a:ext cx="310897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9120" y="1783080"/>
            <a:ext cx="1569720" cy="566928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2E7D32"/>
                </a:solidFill>
                <a:latin typeface="Nirmala UI"/>
              </a:rPr>
              <a:t>Investigate the unknown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96272" y="206654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34600" y="1783080"/>
            <a:ext cx="1569720" cy="566928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Understand WHY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32888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Which service?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8844" y="2532888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Which dependency?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99816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Which requests?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844" y="3099816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Which region / pod?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66744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Which code path?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8844" y="3666744"/>
            <a:ext cx="2665476" cy="457200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0" i="0">
                <a:solidFill>
                  <a:srgbClr val="000000"/>
                </a:solidFill>
                <a:latin typeface="Nirmala UI"/>
              </a:rPr>
              <a:t>What changed?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0248"/>
            <a:ext cx="1124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FROM ALERT TO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36008"/>
            <a:ext cx="2537460" cy="86868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Alert: checkout p95 latency &gt; target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22092" y="507034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60420" y="4636008"/>
            <a:ext cx="2537460" cy="86868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We know something is wrong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25312" y="507034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63640" y="4636008"/>
            <a:ext cx="2537460" cy="86868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Collect logs, metrics, traces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28532" y="507034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66860" y="4636008"/>
            <a:ext cx="2537460" cy="86868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Understand why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Monitoring answers known questions; observability lets you investigate new ones.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THREE PILLARS OF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Logs, metrics and traces.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92194"/>
            <a:ext cx="7415783" cy="434793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5346"/>
            <a:ext cx="7269480" cy="4201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USE THEM TOGETHER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Metric: checkout latency rose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Trace: Payment took 90% of the time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Logs: explain the Payment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vendor-neutral standard for all three; Micrometer bridges it in Spring Boot.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single pillar answers every question.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Logs, metrics and traces complement each other — use all three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STRUCTURED LOGGING AND CORRELATION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Consistent logs with service, request, trace ID, severity and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329454"/>
            <a:ext cx="7415783" cy="24734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2606"/>
            <a:ext cx="7269480" cy="232710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492505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ERROR: Something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24815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SEARCHABLE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59562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0676" y="259562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traceId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03453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orderId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303453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52831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52831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LOG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passwords, tokens, card or account numbers.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Structured fields and a shared trace ID turn scattered logs into a searchable 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CORRELATION IDS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Accept or create an ID, put it in every log line, and pass it on.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CorrelationIdFilter.java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@Component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class CorrelationIdFilter extends OncePerRequestFilter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@Override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protected void doFilterInternal(HttpServletRequest req,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HttpServletResponse res, FilterChain chain)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throws ServletException, IOException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String id = Optional.ofNullable(req.getHeader("X-Correlation-Id"))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.orElseGet(() -&gt; UUID.randomUUID().toString());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MDC.put("correlationId", id);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res.setHeader("X-Correlation-Id", id);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try { chain.doFilter(req, res);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finally { MDC.remove("correlationId");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Log it and pass it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application.yml — Spring Boot 3.4+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logging: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structured: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format: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console: ecs        # JSON logs to stdout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// calling the next 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accountApi.get()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.uri("/accounts/{id}", id)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.header("X-Correlation-Id", MDC.get("correlationId"))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.retrieve()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.body(Account.class);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log line on this request thread includes the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fields that log platforms can search and filter.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Micrometer Tracing adds and propagates traceId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ID, accepted at the edge, written into every log and passed to every downstream 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METRICS AND HEALTH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Latency, error rate, throughput, saturation, JVM and dependency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26746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52728"/>
            <a:ext cx="26746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24003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28216"/>
            <a:ext cx="24003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How much work arrives?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1343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Requests / 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2491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Messages / second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1252728"/>
            <a:ext cx="26746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314700" y="1252728"/>
            <a:ext cx="26746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1860" y="1252728"/>
            <a:ext cx="24003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1728216"/>
            <a:ext cx="24003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How long does work take?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1860" y="231343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p50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1860" y="272491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p95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1860" y="313639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p99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52728"/>
            <a:ext cx="26746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72200" y="1252728"/>
            <a:ext cx="26746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52728"/>
            <a:ext cx="24003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28216"/>
            <a:ext cx="24003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How often does work fail?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31343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5xx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2491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Failed payment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700" y="1252728"/>
            <a:ext cx="26746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9029700" y="1252728"/>
            <a:ext cx="26746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6860" y="1252728"/>
            <a:ext cx="24003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Nirmala UI"/>
              </a:rPr>
              <a:t>SATURATION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860" y="1728216"/>
            <a:ext cx="24003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How close to resource limits?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6860" y="231343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Thread / DB pool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6860" y="272491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CPU · memory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66860" y="3136392"/>
            <a:ext cx="2400300" cy="347472"/>
          </a:xfrm>
          <a:prstGeom prst="roundRect">
            <a:avLst>
              <a:gd name="adj" fmla="val 1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000000"/>
                </a:solidFill>
                <a:latin typeface="Nirmala UI"/>
              </a:rPr>
              <a:t>Queue backlog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6675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ALSO WATCH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24528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53412" y="4224528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Memory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9624" y="4224528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JVM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45836" y="4224528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GC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09744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Thread pools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53412" y="4809744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Connection pools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9624" y="4809744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Queue depth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45836" y="4809744"/>
            <a:ext cx="1586484" cy="475488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002060"/>
                </a:solidFill>
                <a:latin typeface="Nirmala UI"/>
              </a:rPr>
              <a:t>Dependency latency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3858768"/>
            <a:ext cx="4206240" cy="14630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59" y="3858768"/>
            <a:ext cx="38404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DON'T BE FOOLED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Low CPU isn't healthy if the DB connection pool is exhausted.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Traffic, latency, errors and saturation show how a service is really behaving.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METRICS WITH MICROMETER AND ACTUATOR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Count business outcomes, time dependencies, and expose them for scraping.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PaymentService.java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4530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class PaymentService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private final Counter failed;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private final Timer latency;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PaymentService(MeterRegistry registry)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failed = registry.counter("payments.failed");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latency = Timer.builder("payments.latency")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.publishPercentiles(0.95, 0.99)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.register(registry);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PaymentResult charge(Order order)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return latency.record(() -&gt; doCharge(order));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453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management: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endpoints: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web: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exposure: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include: health, metrics, prometheus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with micrometer-registry-prometheus: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GET /actuator/prometheus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payments_latency_seconds{quantile="0.95"}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1540"/>
            <a:ext cx="3627120" cy="113233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5640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Business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67300"/>
            <a:ext cx="3352800" cy="7117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Failed payments matter more than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01540"/>
            <a:ext cx="3627120" cy="113233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5640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Percentiles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67300"/>
            <a:ext cx="3352800" cy="7117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p95 and p99 show the tail users actually feel.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01540"/>
            <a:ext cx="3627120" cy="113233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5640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Built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67300"/>
            <a:ext cx="3352800" cy="7117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Resilience4j publishes breaker state and retry counts too.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Measure the golden signals and the business outcome — then expose them for dashboards and alerts.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DISTRIBUTED TRACING ACROSS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Client → Order → Payment → Inventory — one trace spanning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68730"/>
            <a:ext cx="7415783" cy="299485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1882"/>
            <a:ext cx="7269480" cy="2848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 vs. span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trace is the whole request; a span is one timed operation inside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TRACING HELPS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Latency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0676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Failure propagation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Dependency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Cross-service debugging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0020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0020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SPRING BOOT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Micrometer Tracing adds and propagates trace IDs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Traces break one request into spans, so the slow service is obvious.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DIAGNOSE A SLOW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 the signals to find the cause — and choose the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Since 10:05, checkout p95 is 4.8 s and 3% of requests fail with 5xx.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Transaction Service calls Fraud Detection during payment. Fraud Detection is slow and starting to time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Which signal do you check first — and what will it show?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timeout, retry and circuit-breaker settings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a business-safe fallback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metrics, logs and trace fields you need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Trace: the fraud span dominates the latency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Timeout inside the budget; no blind retries on the write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7503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9544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circuit breaker on the fraud call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2994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24459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Fallback: PENDING_REVIEW — never auto-approve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84860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79374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Fraud p95, timeouts, breaker state; traceId in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Let the signals locate the problem, then contain it with patterns that keep money movement correct.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RELIABILITY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what “healthy enough” means — then measure 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Failure handling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Reliability targets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Logs, metrics and traces work together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correlation ID follows every request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Micrometer and Actuator expose the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healthy is healthy enough — and how do we prove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Liveness and readiness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SLIs, SLOs, SLAs and error budgets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Performance and capacity indicators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define SLOs for banking APIs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HEALTH CHECKS AND READINESS/LIVENESS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Process alive versus service ready to receive traffic.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4929"/>
            <a:ext cx="7415783" cy="42424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8081"/>
            <a:ext cx="7269480" cy="409615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Spring Boot Actuator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146659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management: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endpoint: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health: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probes: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enabled: true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/actuator/health/liveness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/actuator/health/readiness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32222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KEEP CHECKS HONEST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5971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5697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Liveness: the app itself only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9080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880612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Readiness: may include required dependencies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4536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4536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WARNING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liveness check that calls a dependency causes restart storms.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Liveness decides restarts; readiness decides traffic — OpenShift uses both.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SERVICE-LEVEL AGREEMENTS, SLOS AND SLIS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SLA vs. SLO vs. SLI — availability and latency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0595"/>
            <a:ext cx="7415783" cy="3531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3747"/>
            <a:ext cx="7269480" cy="33848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Error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99.9% monthly SLO allows about 43 minutes of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 IT TO DECIDE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Budget left: ship features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Budget spent: freeze and fix reliability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95325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95325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EVERY SERVICE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Payments deserve stricter targets than promotions.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Measure with SLIs, aim with SLOs, and commit with SLAs.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PERFORMANCE AND CAPACITY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p95/p99 latency, throughput, saturation, concurrency and resource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0304"/>
            <a:ext cx="7415783" cy="431171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3456"/>
            <a:ext cx="7269480" cy="41654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Averages hide the 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average of 200 ms can hide a p99 of 8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99360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5422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Context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65120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1,250 requests per second means little without latency and errors at that 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0027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LOAD TEST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047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Stress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4047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Spike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486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Soak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486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Scalability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4980432"/>
            <a:ext cx="3520440" cy="85343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980432"/>
            <a:ext cx="3154680" cy="853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HEADROOM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Plan capacity before saturation, not after.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Performance is multidimensional — watch the tail, not just the average.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DEFINE SLOS FOR BANKING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Turn “reliable enough” into numbers you can measure.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Set reliability targets for these APIs: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 balance API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Transfer API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Fraud check API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Statement download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Rewards lookup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one SLI per API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Set an SLO — availability and p95 latency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Rank them by strictness and explain why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Balance: 99.9%, p95 &lt; 300 ms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Transfer: 99.95%, no duplicate transfers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Fraud check: p95 &lt; 700 ms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Statements: p95 &lt; 3 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Rewards: 99.5% — least critical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Strict targets where money moves; relaxed ones where a delay only annoys.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CONTINUOUS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resilience setting nobody tested is only a hope.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Failure handling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Observability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Reliability targets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Liveness restarts; readiness routes traffic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SLIs measure, SLOs target, SLAs commit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Watch p95, p99, errors and saturation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know the resilience we designed actually works — before customers find out?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continuous testing pipeline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Testing a timeout fallback — in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plan a failure experiment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resilient architecture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Misconceptions and anti-patterns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CONTINUOUS TESTING AND RESILIENCE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Unit, integration, contract, load, failure, chaos and deployment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81428"/>
            <a:ext cx="7415783" cy="25694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54580"/>
            <a:ext cx="726948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SIMULATE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503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Slow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DB unavailable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Pod restart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VERIFY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timeout fires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67588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Retries stay bounded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401421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98678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circuit opens</a:t>
            </a:r>
          </a:p>
        </p:txBody>
      </p:sp>
      <p:sp>
        <p:nvSpPr>
          <p:cNvPr id="19" name="Oval 18"/>
          <p:cNvSpPr/>
          <p:nvPr/>
        </p:nvSpPr>
        <p:spPr>
          <a:xfrm>
            <a:off x="8183880" y="432511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29767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fallback is safe</a:t>
            </a:r>
          </a:p>
        </p:txBody>
      </p:sp>
      <p:sp>
        <p:nvSpPr>
          <p:cNvPr id="21" name="Oval 20"/>
          <p:cNvSpPr/>
          <p:nvPr/>
        </p:nvSpPr>
        <p:spPr>
          <a:xfrm>
            <a:off x="8183880" y="463600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608575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service recovers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5047488"/>
            <a:ext cx="3520440" cy="786383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5047488"/>
            <a:ext cx="3154680" cy="786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QUALITY GATE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Fail the build when p95 or error thresholds break.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resilience mechanism never exercised under failure is only an unverified assumption.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TESTING A TIMEOUT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Make the dependency slow in a test — then assert the business rule.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TransactionResilienceTest.java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@Test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void slowAccountServiceReturns503()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wireMock.stubFor(get(urlPathMatching("/accounts/.*"))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.willReturn(aResponse()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.withFixedDelay(5_000)    // beyond the 3 s read timeout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.withStatus(200)));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mockMvc.perform(post("/api/v1/transactions")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.contentType(APPLICATION_JSON)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.content(validRequestJson()))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.andExpect(status().isServiceUnavailable())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.andExpect(jsonPath("$.code")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.value("ACCOUNT_SERVICE_UNAVAILABLE"));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…and nothing was published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@MockitoBean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KafkaTemplate&lt;String, TransactionSubmitted&gt; kafka;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@Test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void noEventWhenAccountServiceIsDown()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// same slow stub, same request as above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submitTransaction();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verify(kafka, never())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.send(eq("transactions.submitted"), any(), any());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Slow, not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delay past the read timeout is the realistic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Assert the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503 and no TransactionSubmitted — never a fake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Run in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build proves the fallback still works.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Inject the failure in a test and assert the business outcome — every build, not once.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PLAN A FAILURE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Prove a resilience claim safely, before production proves it for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Your team claims Order Service survives a slow Payment Service. You will test it in staging this afternoon.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hypothesis you want to prove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the fault to inject and limit its blast radius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what you'll measure — and when you'll stop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Checkout p95 stays under 2 s; orders go PENDING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 3 s latency to 10% of Payment calls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Watch p95, errors, breaker state, pending orders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Abort if the error rate passes 2%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Record results, fix, and rerun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Chaos engineering is a controlled experiment: hypothesis, small blast radius, clear stop rule.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RESILIENT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Resilience patterns, observability, health checks, SLOs and testing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60423"/>
            <a:ext cx="7415783" cy="4211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3575"/>
            <a:ext cx="7269480" cy="40651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Gateway: timeout, retry, rate limit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Order: breaker, bulkhead, fallback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Probes route only to ready pods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Logs, metrics and traces from every service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30510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0236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SLOs and error budgets from telemetry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3361943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345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Tests from unit to chaos feed 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734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7734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Contain, observe, measure — then keep validating.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Contain failures, make them observable, measure reliability — and keep testing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RESILIENCE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turn small failures into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Retries make services more reliable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Blind retries amplify outages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Longer timeouts are safer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They hold threads and hide failures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circuit breaker fixes the dependency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only protects the caller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fallback may return success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Never invent a financial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Average latency tells the story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p95 and p99 are what users feel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timeout on remote calls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Retrying non-idempotent writes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Retries at every layer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Liveness checks that call dependencies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Alerting on CPU but not on errors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Resilience never tested under failure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Budget latency, then test it — before an incident does.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Resilience comes from bounded, deliberate and tested behavior — not from adding more retries.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design microservices for failure?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problem does a timeout solve?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is a retry appropriate?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can retries be dangerous?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are the three circuit breaker states?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the bulkhead pattern protect?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HTTP status signals rate limiting?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correlation IDs important?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are the four golden signals?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What's the difference between a trace and a span?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6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fragile call chains to contained, observable and tested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Bound every remote call with a timeout inside a budget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Retry safely with backoff, jitter and idempotency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9125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Protect callers with circuit breakers, bulkheads and fallbacks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5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Diagnose incidents with logs, metrics and traces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Set SLOs and prove resilience with failure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NEXT: MODULE 7 — DEVOPS AND CI/CD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a code change reach production safely?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belongs in a microservices CI/CD pipeline?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deploy without downtime — and roll back?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3 Transaction Service with its timeouts and circuit breaker.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7 automates getting these services to production safely.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